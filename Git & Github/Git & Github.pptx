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4"/>
    <p:sldMasterId id="214748368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Raleway"/>
      <p:regular r:id="rId29"/>
      <p:bold r:id="rId30"/>
      <p:italic r:id="rId31"/>
      <p:boldItalic r:id="rId32"/>
    </p:embeddedFont>
    <p:embeddedFont>
      <p:font typeface="Lexend"/>
      <p:regular r:id="rId33"/>
      <p:bold r:id="rId34"/>
    </p:embeddedFont>
    <p:embeddedFont>
      <p:font typeface="Lexend Black"/>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aleway-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aleway-italic.fntdata"/><Relationship Id="rId30" Type="http://schemas.openxmlformats.org/officeDocument/2006/relationships/font" Target="fonts/Raleway-bold.fntdata"/><Relationship Id="rId11" Type="http://schemas.openxmlformats.org/officeDocument/2006/relationships/slide" Target="slides/slide5.xml"/><Relationship Id="rId33" Type="http://schemas.openxmlformats.org/officeDocument/2006/relationships/font" Target="fonts/Lexend-regular.fntdata"/><Relationship Id="rId10" Type="http://schemas.openxmlformats.org/officeDocument/2006/relationships/slide" Target="slides/slide4.xml"/><Relationship Id="rId32" Type="http://schemas.openxmlformats.org/officeDocument/2006/relationships/font" Target="fonts/Raleway-boldItalic.fntdata"/><Relationship Id="rId13" Type="http://schemas.openxmlformats.org/officeDocument/2006/relationships/slide" Target="slides/slide7.xml"/><Relationship Id="rId35" Type="http://schemas.openxmlformats.org/officeDocument/2006/relationships/font" Target="fonts/LexendBlack-bold.fntdata"/><Relationship Id="rId12" Type="http://schemas.openxmlformats.org/officeDocument/2006/relationships/slide" Target="slides/slide6.xml"/><Relationship Id="rId34" Type="http://schemas.openxmlformats.org/officeDocument/2006/relationships/font" Target="fonts/Lexend-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4" name="Shape 4634"/>
        <p:cNvGrpSpPr/>
        <p:nvPr/>
      </p:nvGrpSpPr>
      <p:grpSpPr>
        <a:xfrm>
          <a:off x="0" y="0"/>
          <a:ext cx="0" cy="0"/>
          <a:chOff x="0" y="0"/>
          <a:chExt cx="0" cy="0"/>
        </a:xfrm>
      </p:grpSpPr>
      <p:sp>
        <p:nvSpPr>
          <p:cNvPr id="4635" name="Google Shape;4635;g386310ebb88_2_4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6" name="Google Shape;4636;g386310ebb88_2_4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0" name="Shape 4640"/>
        <p:cNvGrpSpPr/>
        <p:nvPr/>
      </p:nvGrpSpPr>
      <p:grpSpPr>
        <a:xfrm>
          <a:off x="0" y="0"/>
          <a:ext cx="0" cy="0"/>
          <a:chOff x="0" y="0"/>
          <a:chExt cx="0" cy="0"/>
        </a:xfrm>
      </p:grpSpPr>
      <p:sp>
        <p:nvSpPr>
          <p:cNvPr id="4641" name="Google Shape;4641;g386310ebb88_2_4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2" name="Google Shape;4642;g386310ebb88_2_4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7" name="Shape 4647"/>
        <p:cNvGrpSpPr/>
        <p:nvPr/>
      </p:nvGrpSpPr>
      <p:grpSpPr>
        <a:xfrm>
          <a:off x="0" y="0"/>
          <a:ext cx="0" cy="0"/>
          <a:chOff x="0" y="0"/>
          <a:chExt cx="0" cy="0"/>
        </a:xfrm>
      </p:grpSpPr>
      <p:sp>
        <p:nvSpPr>
          <p:cNvPr id="4648" name="Google Shape;4648;g386310ebb88_2_4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9" name="Google Shape;4649;g386310ebb88_2_4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1" name="Shape 4661"/>
        <p:cNvGrpSpPr/>
        <p:nvPr/>
      </p:nvGrpSpPr>
      <p:grpSpPr>
        <a:xfrm>
          <a:off x="0" y="0"/>
          <a:ext cx="0" cy="0"/>
          <a:chOff x="0" y="0"/>
          <a:chExt cx="0" cy="0"/>
        </a:xfrm>
      </p:grpSpPr>
      <p:sp>
        <p:nvSpPr>
          <p:cNvPr id="4662" name="Google Shape;4662;g386310ebb88_2_4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3" name="Google Shape;4663;g386310ebb88_2_4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9" name="Shape 4669"/>
        <p:cNvGrpSpPr/>
        <p:nvPr/>
      </p:nvGrpSpPr>
      <p:grpSpPr>
        <a:xfrm>
          <a:off x="0" y="0"/>
          <a:ext cx="0" cy="0"/>
          <a:chOff x="0" y="0"/>
          <a:chExt cx="0" cy="0"/>
        </a:xfrm>
      </p:grpSpPr>
      <p:sp>
        <p:nvSpPr>
          <p:cNvPr id="4670" name="Google Shape;4670;g386310ebb88_2_4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1" name="Google Shape;4671;g386310ebb88_2_4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6" name="Shape 4676"/>
        <p:cNvGrpSpPr/>
        <p:nvPr/>
      </p:nvGrpSpPr>
      <p:grpSpPr>
        <a:xfrm>
          <a:off x="0" y="0"/>
          <a:ext cx="0" cy="0"/>
          <a:chOff x="0" y="0"/>
          <a:chExt cx="0" cy="0"/>
        </a:xfrm>
      </p:grpSpPr>
      <p:sp>
        <p:nvSpPr>
          <p:cNvPr id="4677" name="Google Shape;4677;g39c2e729b21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8" name="Google Shape;4678;g39c2e729b21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3" name="Shape 4683"/>
        <p:cNvGrpSpPr/>
        <p:nvPr/>
      </p:nvGrpSpPr>
      <p:grpSpPr>
        <a:xfrm>
          <a:off x="0" y="0"/>
          <a:ext cx="0" cy="0"/>
          <a:chOff x="0" y="0"/>
          <a:chExt cx="0" cy="0"/>
        </a:xfrm>
      </p:grpSpPr>
      <p:sp>
        <p:nvSpPr>
          <p:cNvPr id="4684" name="Google Shape;4684;g39c2e729b21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5" name="Google Shape;4685;g39c2e729b2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0" name="Shape 4690"/>
        <p:cNvGrpSpPr/>
        <p:nvPr/>
      </p:nvGrpSpPr>
      <p:grpSpPr>
        <a:xfrm>
          <a:off x="0" y="0"/>
          <a:ext cx="0" cy="0"/>
          <a:chOff x="0" y="0"/>
          <a:chExt cx="0" cy="0"/>
        </a:xfrm>
      </p:grpSpPr>
      <p:sp>
        <p:nvSpPr>
          <p:cNvPr id="4691" name="Google Shape;4691;g386310ebb88_2_4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2" name="Google Shape;4692;g386310ebb88_2_4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0" name="Shape 4700"/>
        <p:cNvGrpSpPr/>
        <p:nvPr/>
      </p:nvGrpSpPr>
      <p:grpSpPr>
        <a:xfrm>
          <a:off x="0" y="0"/>
          <a:ext cx="0" cy="0"/>
          <a:chOff x="0" y="0"/>
          <a:chExt cx="0" cy="0"/>
        </a:xfrm>
      </p:grpSpPr>
      <p:sp>
        <p:nvSpPr>
          <p:cNvPr id="4701" name="Google Shape;4701;g386310ebb88_2_4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2" name="Google Shape;4702;g386310ebb88_2_4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1" name="Shape 4721"/>
        <p:cNvGrpSpPr/>
        <p:nvPr/>
      </p:nvGrpSpPr>
      <p:grpSpPr>
        <a:xfrm>
          <a:off x="0" y="0"/>
          <a:ext cx="0" cy="0"/>
          <a:chOff x="0" y="0"/>
          <a:chExt cx="0" cy="0"/>
        </a:xfrm>
      </p:grpSpPr>
      <p:sp>
        <p:nvSpPr>
          <p:cNvPr id="4722" name="Google Shape;4722;g39c365d1d87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3" name="Google Shape;4723;g39c365d1d87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6" name="Shape 4726"/>
        <p:cNvGrpSpPr/>
        <p:nvPr/>
      </p:nvGrpSpPr>
      <p:grpSpPr>
        <a:xfrm>
          <a:off x="0" y="0"/>
          <a:ext cx="0" cy="0"/>
          <a:chOff x="0" y="0"/>
          <a:chExt cx="0" cy="0"/>
        </a:xfrm>
      </p:grpSpPr>
      <p:sp>
        <p:nvSpPr>
          <p:cNvPr id="4727" name="Google Shape;4727;g39c365d1d8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8" name="Google Shape;4728;g39c365d1d8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6" name="Shape 4736"/>
        <p:cNvGrpSpPr/>
        <p:nvPr/>
      </p:nvGrpSpPr>
      <p:grpSpPr>
        <a:xfrm>
          <a:off x="0" y="0"/>
          <a:ext cx="0" cy="0"/>
          <a:chOff x="0" y="0"/>
          <a:chExt cx="0" cy="0"/>
        </a:xfrm>
      </p:grpSpPr>
      <p:sp>
        <p:nvSpPr>
          <p:cNvPr id="4737" name="Google Shape;4737;g39c365d1d87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8" name="Google Shape;4738;g39c365d1d87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3" name="Shape 4743"/>
        <p:cNvGrpSpPr/>
        <p:nvPr/>
      </p:nvGrpSpPr>
      <p:grpSpPr>
        <a:xfrm>
          <a:off x="0" y="0"/>
          <a:ext cx="0" cy="0"/>
          <a:chOff x="0" y="0"/>
          <a:chExt cx="0" cy="0"/>
        </a:xfrm>
      </p:grpSpPr>
      <p:sp>
        <p:nvSpPr>
          <p:cNvPr id="4744" name="Google Shape;4744;g39c2e729b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5" name="Google Shape;4745;g39c2e729b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1" name="Shape 4751"/>
        <p:cNvGrpSpPr/>
        <p:nvPr/>
      </p:nvGrpSpPr>
      <p:grpSpPr>
        <a:xfrm>
          <a:off x="0" y="0"/>
          <a:ext cx="0" cy="0"/>
          <a:chOff x="0" y="0"/>
          <a:chExt cx="0" cy="0"/>
        </a:xfrm>
      </p:grpSpPr>
      <p:sp>
        <p:nvSpPr>
          <p:cNvPr id="4752" name="Google Shape;4752;g39c365d1d8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3" name="Google Shape;4753;g39c365d1d8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8" name="Shape 4758"/>
        <p:cNvGrpSpPr/>
        <p:nvPr/>
      </p:nvGrpSpPr>
      <p:grpSpPr>
        <a:xfrm>
          <a:off x="0" y="0"/>
          <a:ext cx="0" cy="0"/>
          <a:chOff x="0" y="0"/>
          <a:chExt cx="0" cy="0"/>
        </a:xfrm>
      </p:grpSpPr>
      <p:sp>
        <p:nvSpPr>
          <p:cNvPr id="4759" name="Google Shape;4759;g39c365d1d8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0" name="Google Shape;4760;g39c365d1d8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8" name="Shape 4768"/>
        <p:cNvGrpSpPr/>
        <p:nvPr/>
      </p:nvGrpSpPr>
      <p:grpSpPr>
        <a:xfrm>
          <a:off x="0" y="0"/>
          <a:ext cx="0" cy="0"/>
          <a:chOff x="0" y="0"/>
          <a:chExt cx="0" cy="0"/>
        </a:xfrm>
      </p:grpSpPr>
      <p:sp>
        <p:nvSpPr>
          <p:cNvPr id="4769" name="Google Shape;4769;g39c365d1d87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0" name="Google Shape;4770;g39c365d1d8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5" name="Shape 4775"/>
        <p:cNvGrpSpPr/>
        <p:nvPr/>
      </p:nvGrpSpPr>
      <p:grpSpPr>
        <a:xfrm>
          <a:off x="0" y="0"/>
          <a:ext cx="0" cy="0"/>
          <a:chOff x="0" y="0"/>
          <a:chExt cx="0" cy="0"/>
        </a:xfrm>
      </p:grpSpPr>
      <p:sp>
        <p:nvSpPr>
          <p:cNvPr id="4776" name="Google Shape;4776;g39c2e729b2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7" name="Google Shape;4777;g39c2e729b2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3" name="Shape 4783"/>
        <p:cNvGrpSpPr/>
        <p:nvPr/>
      </p:nvGrpSpPr>
      <p:grpSpPr>
        <a:xfrm>
          <a:off x="0" y="0"/>
          <a:ext cx="0" cy="0"/>
          <a:chOff x="0" y="0"/>
          <a:chExt cx="0" cy="0"/>
        </a:xfrm>
      </p:grpSpPr>
      <p:sp>
        <p:nvSpPr>
          <p:cNvPr id="4784" name="Google Shape;4784;g39c365d1d87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5" name="Google Shape;4785;g39c365d1d87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1" name="Shape 4791"/>
        <p:cNvGrpSpPr/>
        <p:nvPr/>
      </p:nvGrpSpPr>
      <p:grpSpPr>
        <a:xfrm>
          <a:off x="0" y="0"/>
          <a:ext cx="0" cy="0"/>
          <a:chOff x="0" y="0"/>
          <a:chExt cx="0" cy="0"/>
        </a:xfrm>
      </p:grpSpPr>
      <p:sp>
        <p:nvSpPr>
          <p:cNvPr id="4792" name="Google Shape;4792;g39c365d1d87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3" name="Google Shape;4793;g39c365d1d87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8" name="Shape 4798"/>
        <p:cNvGrpSpPr/>
        <p:nvPr/>
      </p:nvGrpSpPr>
      <p:grpSpPr>
        <a:xfrm>
          <a:off x="0" y="0"/>
          <a:ext cx="0" cy="0"/>
          <a:chOff x="0" y="0"/>
          <a:chExt cx="0" cy="0"/>
        </a:xfrm>
      </p:grpSpPr>
      <p:sp>
        <p:nvSpPr>
          <p:cNvPr id="4799" name="Google Shape;4799;g39c365d1d87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0" name="Google Shape;4800;g39c365d1d87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5" name="Shape 4805"/>
        <p:cNvGrpSpPr/>
        <p:nvPr/>
      </p:nvGrpSpPr>
      <p:grpSpPr>
        <a:xfrm>
          <a:off x="0" y="0"/>
          <a:ext cx="0" cy="0"/>
          <a:chOff x="0" y="0"/>
          <a:chExt cx="0" cy="0"/>
        </a:xfrm>
      </p:grpSpPr>
      <p:sp>
        <p:nvSpPr>
          <p:cNvPr id="4806" name="Google Shape;4806;g39c365d1d87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7" name="Google Shape;4807;g39c365d1d87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1" name="Shape 4811"/>
        <p:cNvGrpSpPr/>
        <p:nvPr/>
      </p:nvGrpSpPr>
      <p:grpSpPr>
        <a:xfrm>
          <a:off x="0" y="0"/>
          <a:ext cx="0" cy="0"/>
          <a:chOff x="0" y="0"/>
          <a:chExt cx="0" cy="0"/>
        </a:xfrm>
      </p:grpSpPr>
      <p:sp>
        <p:nvSpPr>
          <p:cNvPr id="4812" name="Google Shape;4812;g386310ebb88_2_4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3" name="Google Shape;4813;g386310ebb88_2_4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4422950" y="912300"/>
            <a:ext cx="4255200" cy="2655000"/>
          </a:xfrm>
          <a:prstGeom prst="rect">
            <a:avLst/>
          </a:prstGeom>
        </p:spPr>
        <p:txBody>
          <a:bodyPr anchorCtr="0" anchor="t" bIns="91425" lIns="91425" spcFirstLastPara="1" rIns="91425" wrap="square" tIns="91425">
            <a:noAutofit/>
          </a:bodyPr>
          <a:lstStyle>
            <a:lvl1pPr lvl="0" rtl="0" algn="ctr">
              <a:lnSpc>
                <a:spcPct val="80000"/>
              </a:lnSpc>
              <a:spcBef>
                <a:spcPts val="0"/>
              </a:spcBef>
              <a:spcAft>
                <a:spcPts val="0"/>
              </a:spcAft>
              <a:buClr>
                <a:srgbClr val="191919"/>
              </a:buClr>
              <a:buSzPts val="4000"/>
              <a:buNone/>
              <a:defRPr sz="48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55" name="Google Shape;55;p14"/>
          <p:cNvSpPr txBox="1"/>
          <p:nvPr>
            <p:ph idx="1" type="subTitle"/>
          </p:nvPr>
        </p:nvSpPr>
        <p:spPr>
          <a:xfrm>
            <a:off x="5151800" y="3515500"/>
            <a:ext cx="2797500" cy="7116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56" name="Google Shape;56;p14"/>
          <p:cNvSpPr/>
          <p:nvPr/>
        </p:nvSpPr>
        <p:spPr>
          <a:xfrm rot="10800000">
            <a:off x="5318450" y="-178785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p:nvPr/>
        </p:nvSpPr>
        <p:spPr>
          <a:xfrm rot="10800000">
            <a:off x="6847903" y="-1064588"/>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1747550" y="297780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a:off x="-1415050" y="3350902"/>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 name="Google Shape;60;p14"/>
          <p:cNvGrpSpPr/>
          <p:nvPr/>
        </p:nvGrpSpPr>
        <p:grpSpPr>
          <a:xfrm>
            <a:off x="-670511" y="-687550"/>
            <a:ext cx="2564821" cy="1437356"/>
            <a:chOff x="1744950" y="3154900"/>
            <a:chExt cx="662950" cy="371525"/>
          </a:xfrm>
        </p:grpSpPr>
        <p:sp>
          <p:nvSpPr>
            <p:cNvPr id="61" name="Google Shape;61;p14"/>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4"/>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4"/>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4"/>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4"/>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4"/>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4"/>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4"/>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4"/>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4"/>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4"/>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4"/>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4"/>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4"/>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4"/>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4"/>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4"/>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4"/>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4"/>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4"/>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4"/>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4"/>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4"/>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4"/>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4"/>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4"/>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4"/>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4"/>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4"/>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4"/>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4"/>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4"/>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4"/>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4"/>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4"/>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4"/>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4"/>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4"/>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4"/>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4"/>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4"/>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4"/>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4"/>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4"/>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4"/>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4"/>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4"/>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4"/>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4"/>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4"/>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4"/>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4"/>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4"/>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4"/>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4"/>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4"/>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4"/>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4"/>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4"/>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4"/>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4"/>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4"/>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4"/>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4"/>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4"/>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4"/>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4"/>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4"/>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4"/>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4"/>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4"/>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4"/>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4"/>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4"/>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4"/>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4"/>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4"/>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4"/>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4"/>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4"/>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4"/>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4"/>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4"/>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4"/>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4"/>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4"/>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4"/>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4"/>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4"/>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4"/>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4"/>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4"/>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4"/>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4"/>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4"/>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4"/>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4"/>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4"/>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4"/>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4"/>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4"/>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4"/>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4"/>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4"/>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4"/>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4"/>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4"/>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4"/>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4"/>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1" name="Shape 231"/>
        <p:cNvGrpSpPr/>
        <p:nvPr/>
      </p:nvGrpSpPr>
      <p:grpSpPr>
        <a:xfrm>
          <a:off x="0" y="0"/>
          <a:ext cx="0" cy="0"/>
          <a:chOff x="0" y="0"/>
          <a:chExt cx="0" cy="0"/>
        </a:xfrm>
      </p:grpSpPr>
      <p:sp>
        <p:nvSpPr>
          <p:cNvPr id="232" name="Google Shape;232;p15"/>
          <p:cNvSpPr txBox="1"/>
          <p:nvPr>
            <p:ph type="title"/>
          </p:nvPr>
        </p:nvSpPr>
        <p:spPr>
          <a:xfrm>
            <a:off x="2171700" y="1442725"/>
            <a:ext cx="3502800" cy="13884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3000"/>
              <a:buNone/>
              <a:defRPr sz="41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33" name="Google Shape;233;p15"/>
          <p:cNvSpPr txBox="1"/>
          <p:nvPr>
            <p:ph hasCustomPrompt="1" idx="2" type="title"/>
          </p:nvPr>
        </p:nvSpPr>
        <p:spPr>
          <a:xfrm>
            <a:off x="725475" y="1608138"/>
            <a:ext cx="1268400" cy="1269600"/>
          </a:xfrm>
          <a:prstGeom prst="rect">
            <a:avLst/>
          </a:prstGeom>
          <a:solidFill>
            <a:schemeClr val="accent1"/>
          </a:solidFill>
        </p:spPr>
        <p:txBody>
          <a:bodyPr anchorCtr="0" anchor="ctr" bIns="91425" lIns="91425" spcFirstLastPara="1" rIns="91425" wrap="square" tIns="91425">
            <a:noAutofit/>
          </a:bodyPr>
          <a:lstStyle>
            <a:lvl1pPr lvl="0" rtl="0" algn="ctr">
              <a:spcBef>
                <a:spcPts val="0"/>
              </a:spcBef>
              <a:spcAft>
                <a:spcPts val="0"/>
              </a:spcAft>
              <a:buSzPts val="6000"/>
              <a:buNone/>
              <a:defRPr sz="60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34" name="Google Shape;234;p15"/>
          <p:cNvSpPr txBox="1"/>
          <p:nvPr>
            <p:ph idx="1" type="subTitle"/>
          </p:nvPr>
        </p:nvSpPr>
        <p:spPr>
          <a:xfrm>
            <a:off x="2159175" y="2696375"/>
            <a:ext cx="3636900" cy="33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35" name="Google Shape;235;p15"/>
          <p:cNvSpPr/>
          <p:nvPr/>
        </p:nvSpPr>
        <p:spPr>
          <a:xfrm rot="10800000">
            <a:off x="5318450" y="-178785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5"/>
          <p:cNvSpPr/>
          <p:nvPr/>
        </p:nvSpPr>
        <p:spPr>
          <a:xfrm rot="10800000">
            <a:off x="6847903" y="-1064588"/>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
          <p:cNvSpPr/>
          <p:nvPr/>
        </p:nvSpPr>
        <p:spPr>
          <a:xfrm>
            <a:off x="-1747550" y="297780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5"/>
          <p:cNvSpPr/>
          <p:nvPr/>
        </p:nvSpPr>
        <p:spPr>
          <a:xfrm>
            <a:off x="-1415050" y="3350902"/>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9" name="Google Shape;239;p15"/>
          <p:cNvGrpSpPr/>
          <p:nvPr/>
        </p:nvGrpSpPr>
        <p:grpSpPr>
          <a:xfrm>
            <a:off x="-670511" y="-687550"/>
            <a:ext cx="2564821" cy="1437356"/>
            <a:chOff x="1744950" y="3154900"/>
            <a:chExt cx="662950" cy="371525"/>
          </a:xfrm>
        </p:grpSpPr>
        <p:sp>
          <p:nvSpPr>
            <p:cNvPr id="240" name="Google Shape;240;p15"/>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5"/>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5"/>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5"/>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5"/>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5"/>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5"/>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5"/>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5"/>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5"/>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5"/>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5"/>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5"/>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5"/>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5"/>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5"/>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5"/>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5"/>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5"/>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5"/>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5"/>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5"/>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5"/>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5"/>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5"/>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5"/>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5"/>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5"/>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5"/>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5"/>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5"/>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5"/>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5"/>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5"/>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5"/>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5"/>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5"/>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5"/>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5"/>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5"/>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5"/>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5"/>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5"/>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5"/>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5"/>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5"/>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5"/>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5"/>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5"/>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5"/>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5"/>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5"/>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5"/>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5"/>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5"/>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5"/>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5"/>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5"/>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5"/>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5"/>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5"/>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5"/>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5"/>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5"/>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5"/>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5"/>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5"/>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5"/>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5"/>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5"/>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5"/>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5"/>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5"/>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5"/>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5"/>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5"/>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5"/>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5"/>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5"/>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5"/>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5"/>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5"/>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5"/>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5"/>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5"/>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5"/>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5"/>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5"/>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5"/>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5"/>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5"/>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5"/>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5"/>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5"/>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5"/>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5"/>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5"/>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5"/>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5"/>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5"/>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5"/>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5"/>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5"/>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5"/>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5"/>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5"/>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5"/>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5"/>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5"/>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5"/>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5"/>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5"/>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5"/>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5"/>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5"/>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5"/>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5"/>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5"/>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5"/>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5"/>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5"/>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5"/>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5"/>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5"/>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5"/>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5"/>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5"/>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5"/>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5"/>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5"/>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5"/>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5"/>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5"/>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5"/>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5"/>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5"/>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5"/>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5"/>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5"/>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5"/>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5"/>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5"/>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5"/>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5"/>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5"/>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5"/>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5"/>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5"/>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5"/>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5"/>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5"/>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5"/>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5"/>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0" name="Shape 410"/>
        <p:cNvGrpSpPr/>
        <p:nvPr/>
      </p:nvGrpSpPr>
      <p:grpSpPr>
        <a:xfrm>
          <a:off x="0" y="0"/>
          <a:ext cx="0" cy="0"/>
          <a:chOff x="0" y="0"/>
          <a:chExt cx="0" cy="0"/>
        </a:xfrm>
      </p:grpSpPr>
      <p:sp>
        <p:nvSpPr>
          <p:cNvPr id="411" name="Google Shape;411;p16"/>
          <p:cNvSpPr txBox="1"/>
          <p:nvPr>
            <p:ph type="title"/>
          </p:nvPr>
        </p:nvSpPr>
        <p:spPr>
          <a:xfrm>
            <a:off x="720000" y="511856"/>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12" name="Google Shape;412;p16"/>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lvl1pPr indent="-304800" lvl="0" marL="457200" rtl="0">
              <a:lnSpc>
                <a:spcPct val="115000"/>
              </a:lnSpc>
              <a:spcBef>
                <a:spcPts val="0"/>
              </a:spcBef>
              <a:spcAft>
                <a:spcPts val="0"/>
              </a:spcAft>
              <a:buSzPts val="1200"/>
              <a:buFont typeface="Barlow Semi Condensed"/>
              <a:buAutoNum type="arabicPeriod"/>
              <a:defRPr sz="1100"/>
            </a:lvl1pPr>
            <a:lvl2pPr indent="-304800" lvl="1" marL="914400" rtl="0">
              <a:lnSpc>
                <a:spcPct val="115000"/>
              </a:lnSpc>
              <a:spcBef>
                <a:spcPts val="0"/>
              </a:spcBef>
              <a:spcAft>
                <a:spcPts val="0"/>
              </a:spcAft>
              <a:buSzPts val="1200"/>
              <a:buFont typeface="Roboto Condensed Light"/>
              <a:buAutoNum type="alphaLcPeriod"/>
              <a:defRPr/>
            </a:lvl2pPr>
            <a:lvl3pPr indent="-304800" lvl="2" marL="1371600" rtl="0">
              <a:lnSpc>
                <a:spcPct val="115000"/>
              </a:lnSpc>
              <a:spcBef>
                <a:spcPts val="0"/>
              </a:spcBef>
              <a:spcAft>
                <a:spcPts val="0"/>
              </a:spcAft>
              <a:buSzPts val="1200"/>
              <a:buFont typeface="Roboto Condensed Light"/>
              <a:buAutoNum type="romanLcPeriod"/>
              <a:defRPr/>
            </a:lvl3pPr>
            <a:lvl4pPr indent="-304800" lvl="3" marL="1828800" rtl="0">
              <a:lnSpc>
                <a:spcPct val="115000"/>
              </a:lnSpc>
              <a:spcBef>
                <a:spcPts val="0"/>
              </a:spcBef>
              <a:spcAft>
                <a:spcPts val="0"/>
              </a:spcAft>
              <a:buSzPts val="1200"/>
              <a:buFont typeface="Roboto Condensed Light"/>
              <a:buAutoNum type="arabicPeriod"/>
              <a:defRPr/>
            </a:lvl4pPr>
            <a:lvl5pPr indent="-304800" lvl="4" marL="2286000" rtl="0">
              <a:lnSpc>
                <a:spcPct val="115000"/>
              </a:lnSpc>
              <a:spcBef>
                <a:spcPts val="0"/>
              </a:spcBef>
              <a:spcAft>
                <a:spcPts val="0"/>
              </a:spcAft>
              <a:buSzPts val="1200"/>
              <a:buFont typeface="Roboto Condensed Light"/>
              <a:buAutoNum type="alphaLcPeriod"/>
              <a:defRPr/>
            </a:lvl5pPr>
            <a:lvl6pPr indent="-304800" lvl="5" marL="2743200" rtl="0">
              <a:lnSpc>
                <a:spcPct val="115000"/>
              </a:lnSpc>
              <a:spcBef>
                <a:spcPts val="0"/>
              </a:spcBef>
              <a:spcAft>
                <a:spcPts val="0"/>
              </a:spcAft>
              <a:buSzPts val="1200"/>
              <a:buFont typeface="Roboto Condensed Light"/>
              <a:buAutoNum type="romanLcPeriod"/>
              <a:defRPr/>
            </a:lvl6pPr>
            <a:lvl7pPr indent="-304800" lvl="6" marL="3200400" rtl="0">
              <a:lnSpc>
                <a:spcPct val="115000"/>
              </a:lnSpc>
              <a:spcBef>
                <a:spcPts val="0"/>
              </a:spcBef>
              <a:spcAft>
                <a:spcPts val="0"/>
              </a:spcAft>
              <a:buSzPts val="1200"/>
              <a:buFont typeface="Roboto Condensed Light"/>
              <a:buAutoNum type="arabicPeriod"/>
              <a:defRPr/>
            </a:lvl7pPr>
            <a:lvl8pPr indent="-304800" lvl="7" marL="3657600" rtl="0">
              <a:lnSpc>
                <a:spcPct val="115000"/>
              </a:lnSpc>
              <a:spcBef>
                <a:spcPts val="0"/>
              </a:spcBef>
              <a:spcAft>
                <a:spcPts val="0"/>
              </a:spcAft>
              <a:buSzPts val="1200"/>
              <a:buFont typeface="Roboto Condensed Light"/>
              <a:buAutoNum type="alphaLcPeriod"/>
              <a:defRPr/>
            </a:lvl8pPr>
            <a:lvl9pPr indent="-304800" lvl="8" marL="4114800" rtl="0">
              <a:lnSpc>
                <a:spcPct val="115000"/>
              </a:lnSpc>
              <a:spcBef>
                <a:spcPts val="0"/>
              </a:spcBef>
              <a:spcAft>
                <a:spcPts val="0"/>
              </a:spcAft>
              <a:buSzPts val="1200"/>
              <a:buFont typeface="Roboto Condensed Light"/>
              <a:buAutoNum type="romanLcPeriod"/>
              <a:defRPr/>
            </a:lvl9pPr>
          </a:lstStyle>
          <a:p/>
        </p:txBody>
      </p:sp>
      <p:sp>
        <p:nvSpPr>
          <p:cNvPr id="413" name="Google Shape;413;p16"/>
          <p:cNvSpPr/>
          <p:nvPr/>
        </p:nvSpPr>
        <p:spPr>
          <a:xfrm flipH="1" rot="-822615">
            <a:off x="6191507" y="3008315"/>
            <a:ext cx="5610999" cy="3984808"/>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6"/>
          <p:cNvSpPr/>
          <p:nvPr/>
        </p:nvSpPr>
        <p:spPr>
          <a:xfrm flipH="1" rot="-1299427">
            <a:off x="7217657" y="3007375"/>
            <a:ext cx="3901481" cy="3193267"/>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5" name="Google Shape;415;p16"/>
          <p:cNvGrpSpPr/>
          <p:nvPr/>
        </p:nvGrpSpPr>
        <p:grpSpPr>
          <a:xfrm>
            <a:off x="-746711" y="-763750"/>
            <a:ext cx="2564821" cy="1437356"/>
            <a:chOff x="1744950" y="3154900"/>
            <a:chExt cx="662950" cy="371525"/>
          </a:xfrm>
        </p:grpSpPr>
        <p:sp>
          <p:nvSpPr>
            <p:cNvPr id="416" name="Google Shape;416;p16"/>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6"/>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6"/>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6"/>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6"/>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6"/>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6"/>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6"/>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6"/>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6"/>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6"/>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6"/>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6"/>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6"/>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6"/>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6"/>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6"/>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6"/>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6"/>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6"/>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6"/>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6"/>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6"/>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6"/>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6"/>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6"/>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6"/>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6"/>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6"/>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6"/>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6"/>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6"/>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6"/>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6"/>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6"/>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6"/>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6"/>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6"/>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6"/>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6"/>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6"/>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6"/>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6"/>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6"/>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6"/>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6"/>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6"/>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6"/>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6"/>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6"/>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6"/>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6"/>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6"/>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6"/>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6"/>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6"/>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6"/>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6"/>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6"/>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6"/>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6"/>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6"/>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6"/>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6"/>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6"/>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6"/>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6"/>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6"/>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6"/>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6"/>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6"/>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6"/>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6"/>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6"/>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6"/>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6"/>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6"/>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6"/>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6"/>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6"/>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6"/>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6"/>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6"/>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6"/>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6"/>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6"/>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6"/>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6"/>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6"/>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6"/>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6"/>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6"/>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6"/>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6"/>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6"/>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6"/>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6"/>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6"/>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6"/>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6"/>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6"/>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6"/>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6"/>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6"/>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6"/>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6"/>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6"/>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6"/>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6"/>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6"/>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6"/>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6"/>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6"/>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6"/>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6"/>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6"/>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6"/>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6"/>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6"/>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6"/>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6"/>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6"/>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6"/>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6"/>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6"/>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6"/>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6"/>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6"/>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6"/>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6"/>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6"/>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6"/>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6"/>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6"/>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6"/>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6"/>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6"/>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6"/>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6"/>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6"/>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6"/>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6"/>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6"/>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6"/>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6"/>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6"/>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6"/>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6"/>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6"/>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6"/>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6"/>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6"/>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6"/>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6"/>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6"/>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6"/>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6"/>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6"/>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6"/>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6"/>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6"/>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6"/>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6"/>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6"/>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6"/>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6"/>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6"/>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6"/>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86" name="Shape 586"/>
        <p:cNvGrpSpPr/>
        <p:nvPr/>
      </p:nvGrpSpPr>
      <p:grpSpPr>
        <a:xfrm>
          <a:off x="0" y="0"/>
          <a:ext cx="0" cy="0"/>
          <a:chOff x="0" y="0"/>
          <a:chExt cx="0" cy="0"/>
        </a:xfrm>
      </p:grpSpPr>
      <p:sp>
        <p:nvSpPr>
          <p:cNvPr id="587" name="Google Shape;587;p17"/>
          <p:cNvSpPr txBox="1"/>
          <p:nvPr>
            <p:ph idx="1" type="subTitle"/>
          </p:nvPr>
        </p:nvSpPr>
        <p:spPr>
          <a:xfrm>
            <a:off x="729250" y="1681525"/>
            <a:ext cx="2072100" cy="42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Lexend"/>
              <a:buNone/>
              <a:defRPr b="1" sz="2400">
                <a:latin typeface="Lexend"/>
                <a:ea typeface="Lexend"/>
                <a:cs typeface="Lexend"/>
                <a:sym typeface="Lexend"/>
              </a:defRPr>
            </a:lvl1pPr>
            <a:lvl2pPr lvl="1" rtl="0">
              <a:lnSpc>
                <a:spcPct val="100000"/>
              </a:lnSpc>
              <a:spcBef>
                <a:spcPts val="0"/>
              </a:spcBef>
              <a:spcAft>
                <a:spcPts val="0"/>
              </a:spcAft>
              <a:buSzPts val="2400"/>
              <a:buFont typeface="Lexend"/>
              <a:buNone/>
              <a:defRPr b="1" sz="2400">
                <a:latin typeface="Lexend"/>
                <a:ea typeface="Lexend"/>
                <a:cs typeface="Lexend"/>
                <a:sym typeface="Lexend"/>
              </a:defRPr>
            </a:lvl2pPr>
            <a:lvl3pPr lvl="2" rtl="0">
              <a:lnSpc>
                <a:spcPct val="100000"/>
              </a:lnSpc>
              <a:spcBef>
                <a:spcPts val="0"/>
              </a:spcBef>
              <a:spcAft>
                <a:spcPts val="0"/>
              </a:spcAft>
              <a:buSzPts val="2400"/>
              <a:buFont typeface="Lexend"/>
              <a:buNone/>
              <a:defRPr b="1" sz="2400">
                <a:latin typeface="Lexend"/>
                <a:ea typeface="Lexend"/>
                <a:cs typeface="Lexend"/>
                <a:sym typeface="Lexend"/>
              </a:defRPr>
            </a:lvl3pPr>
            <a:lvl4pPr lvl="3" rtl="0">
              <a:lnSpc>
                <a:spcPct val="100000"/>
              </a:lnSpc>
              <a:spcBef>
                <a:spcPts val="0"/>
              </a:spcBef>
              <a:spcAft>
                <a:spcPts val="0"/>
              </a:spcAft>
              <a:buSzPts val="2400"/>
              <a:buFont typeface="Lexend"/>
              <a:buNone/>
              <a:defRPr b="1" sz="2400">
                <a:latin typeface="Lexend"/>
                <a:ea typeface="Lexend"/>
                <a:cs typeface="Lexend"/>
                <a:sym typeface="Lexend"/>
              </a:defRPr>
            </a:lvl4pPr>
            <a:lvl5pPr lvl="4" rtl="0">
              <a:lnSpc>
                <a:spcPct val="100000"/>
              </a:lnSpc>
              <a:spcBef>
                <a:spcPts val="0"/>
              </a:spcBef>
              <a:spcAft>
                <a:spcPts val="0"/>
              </a:spcAft>
              <a:buSzPts val="2400"/>
              <a:buFont typeface="Lexend"/>
              <a:buNone/>
              <a:defRPr b="1" sz="2400">
                <a:latin typeface="Lexend"/>
                <a:ea typeface="Lexend"/>
                <a:cs typeface="Lexend"/>
                <a:sym typeface="Lexend"/>
              </a:defRPr>
            </a:lvl5pPr>
            <a:lvl6pPr lvl="5" rtl="0">
              <a:lnSpc>
                <a:spcPct val="100000"/>
              </a:lnSpc>
              <a:spcBef>
                <a:spcPts val="0"/>
              </a:spcBef>
              <a:spcAft>
                <a:spcPts val="0"/>
              </a:spcAft>
              <a:buSzPts val="2400"/>
              <a:buFont typeface="Lexend"/>
              <a:buNone/>
              <a:defRPr b="1" sz="2400">
                <a:latin typeface="Lexend"/>
                <a:ea typeface="Lexend"/>
                <a:cs typeface="Lexend"/>
                <a:sym typeface="Lexend"/>
              </a:defRPr>
            </a:lvl6pPr>
            <a:lvl7pPr lvl="6" rtl="0">
              <a:lnSpc>
                <a:spcPct val="100000"/>
              </a:lnSpc>
              <a:spcBef>
                <a:spcPts val="0"/>
              </a:spcBef>
              <a:spcAft>
                <a:spcPts val="0"/>
              </a:spcAft>
              <a:buSzPts val="2400"/>
              <a:buFont typeface="Lexend"/>
              <a:buNone/>
              <a:defRPr b="1" sz="2400">
                <a:latin typeface="Lexend"/>
                <a:ea typeface="Lexend"/>
                <a:cs typeface="Lexend"/>
                <a:sym typeface="Lexend"/>
              </a:defRPr>
            </a:lvl7pPr>
            <a:lvl8pPr lvl="7" rtl="0">
              <a:lnSpc>
                <a:spcPct val="100000"/>
              </a:lnSpc>
              <a:spcBef>
                <a:spcPts val="0"/>
              </a:spcBef>
              <a:spcAft>
                <a:spcPts val="0"/>
              </a:spcAft>
              <a:buSzPts val="2400"/>
              <a:buFont typeface="Lexend"/>
              <a:buNone/>
              <a:defRPr b="1" sz="2400">
                <a:latin typeface="Lexend"/>
                <a:ea typeface="Lexend"/>
                <a:cs typeface="Lexend"/>
                <a:sym typeface="Lexend"/>
              </a:defRPr>
            </a:lvl8pPr>
            <a:lvl9pPr lvl="8" rtl="0">
              <a:lnSpc>
                <a:spcPct val="100000"/>
              </a:lnSpc>
              <a:spcBef>
                <a:spcPts val="0"/>
              </a:spcBef>
              <a:spcAft>
                <a:spcPts val="0"/>
              </a:spcAft>
              <a:buSzPts val="2400"/>
              <a:buFont typeface="Lexend"/>
              <a:buNone/>
              <a:defRPr b="1" sz="2400">
                <a:latin typeface="Lexend"/>
                <a:ea typeface="Lexend"/>
                <a:cs typeface="Lexend"/>
                <a:sym typeface="Lexend"/>
              </a:defRPr>
            </a:lvl9pPr>
          </a:lstStyle>
          <a:p/>
        </p:txBody>
      </p:sp>
      <p:sp>
        <p:nvSpPr>
          <p:cNvPr id="588" name="Google Shape;588;p17"/>
          <p:cNvSpPr txBox="1"/>
          <p:nvPr>
            <p:ph idx="2" type="subTitle"/>
          </p:nvPr>
        </p:nvSpPr>
        <p:spPr>
          <a:xfrm>
            <a:off x="6332022" y="1681525"/>
            <a:ext cx="2072100" cy="4257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Lexend"/>
              <a:buNone/>
              <a:defRPr b="1" sz="2400">
                <a:latin typeface="Lexend"/>
                <a:ea typeface="Lexend"/>
                <a:cs typeface="Lexend"/>
                <a:sym typeface="Lexend"/>
              </a:defRPr>
            </a:lvl1pPr>
            <a:lvl2pPr lvl="1" rtl="0" algn="r">
              <a:lnSpc>
                <a:spcPct val="100000"/>
              </a:lnSpc>
              <a:spcBef>
                <a:spcPts val="0"/>
              </a:spcBef>
              <a:spcAft>
                <a:spcPts val="0"/>
              </a:spcAft>
              <a:buSzPts val="2400"/>
              <a:buFont typeface="Lexend"/>
              <a:buNone/>
              <a:defRPr b="1" sz="2400">
                <a:latin typeface="Lexend"/>
                <a:ea typeface="Lexend"/>
                <a:cs typeface="Lexend"/>
                <a:sym typeface="Lexend"/>
              </a:defRPr>
            </a:lvl2pPr>
            <a:lvl3pPr lvl="2" rtl="0" algn="r">
              <a:lnSpc>
                <a:spcPct val="100000"/>
              </a:lnSpc>
              <a:spcBef>
                <a:spcPts val="0"/>
              </a:spcBef>
              <a:spcAft>
                <a:spcPts val="0"/>
              </a:spcAft>
              <a:buSzPts val="2400"/>
              <a:buFont typeface="Lexend"/>
              <a:buNone/>
              <a:defRPr b="1" sz="2400">
                <a:latin typeface="Lexend"/>
                <a:ea typeface="Lexend"/>
                <a:cs typeface="Lexend"/>
                <a:sym typeface="Lexend"/>
              </a:defRPr>
            </a:lvl3pPr>
            <a:lvl4pPr lvl="3" rtl="0" algn="r">
              <a:lnSpc>
                <a:spcPct val="100000"/>
              </a:lnSpc>
              <a:spcBef>
                <a:spcPts val="0"/>
              </a:spcBef>
              <a:spcAft>
                <a:spcPts val="0"/>
              </a:spcAft>
              <a:buSzPts val="2400"/>
              <a:buFont typeface="Lexend"/>
              <a:buNone/>
              <a:defRPr b="1" sz="2400">
                <a:latin typeface="Lexend"/>
                <a:ea typeface="Lexend"/>
                <a:cs typeface="Lexend"/>
                <a:sym typeface="Lexend"/>
              </a:defRPr>
            </a:lvl4pPr>
            <a:lvl5pPr lvl="4" rtl="0" algn="r">
              <a:lnSpc>
                <a:spcPct val="100000"/>
              </a:lnSpc>
              <a:spcBef>
                <a:spcPts val="0"/>
              </a:spcBef>
              <a:spcAft>
                <a:spcPts val="0"/>
              </a:spcAft>
              <a:buSzPts val="2400"/>
              <a:buFont typeface="Lexend"/>
              <a:buNone/>
              <a:defRPr b="1" sz="2400">
                <a:latin typeface="Lexend"/>
                <a:ea typeface="Lexend"/>
                <a:cs typeface="Lexend"/>
                <a:sym typeface="Lexend"/>
              </a:defRPr>
            </a:lvl5pPr>
            <a:lvl6pPr lvl="5" rtl="0" algn="r">
              <a:lnSpc>
                <a:spcPct val="100000"/>
              </a:lnSpc>
              <a:spcBef>
                <a:spcPts val="0"/>
              </a:spcBef>
              <a:spcAft>
                <a:spcPts val="0"/>
              </a:spcAft>
              <a:buSzPts val="2400"/>
              <a:buFont typeface="Lexend"/>
              <a:buNone/>
              <a:defRPr b="1" sz="2400">
                <a:latin typeface="Lexend"/>
                <a:ea typeface="Lexend"/>
                <a:cs typeface="Lexend"/>
                <a:sym typeface="Lexend"/>
              </a:defRPr>
            </a:lvl6pPr>
            <a:lvl7pPr lvl="6" rtl="0" algn="r">
              <a:lnSpc>
                <a:spcPct val="100000"/>
              </a:lnSpc>
              <a:spcBef>
                <a:spcPts val="0"/>
              </a:spcBef>
              <a:spcAft>
                <a:spcPts val="0"/>
              </a:spcAft>
              <a:buSzPts val="2400"/>
              <a:buFont typeface="Lexend"/>
              <a:buNone/>
              <a:defRPr b="1" sz="2400">
                <a:latin typeface="Lexend"/>
                <a:ea typeface="Lexend"/>
                <a:cs typeface="Lexend"/>
                <a:sym typeface="Lexend"/>
              </a:defRPr>
            </a:lvl7pPr>
            <a:lvl8pPr lvl="7" rtl="0" algn="r">
              <a:lnSpc>
                <a:spcPct val="100000"/>
              </a:lnSpc>
              <a:spcBef>
                <a:spcPts val="0"/>
              </a:spcBef>
              <a:spcAft>
                <a:spcPts val="0"/>
              </a:spcAft>
              <a:buSzPts val="2400"/>
              <a:buFont typeface="Lexend"/>
              <a:buNone/>
              <a:defRPr b="1" sz="2400">
                <a:latin typeface="Lexend"/>
                <a:ea typeface="Lexend"/>
                <a:cs typeface="Lexend"/>
                <a:sym typeface="Lexend"/>
              </a:defRPr>
            </a:lvl8pPr>
            <a:lvl9pPr lvl="8" rtl="0" algn="r">
              <a:lnSpc>
                <a:spcPct val="100000"/>
              </a:lnSpc>
              <a:spcBef>
                <a:spcPts val="0"/>
              </a:spcBef>
              <a:spcAft>
                <a:spcPts val="0"/>
              </a:spcAft>
              <a:buSzPts val="2400"/>
              <a:buFont typeface="Lexend"/>
              <a:buNone/>
              <a:defRPr b="1" sz="2400">
                <a:latin typeface="Lexend"/>
                <a:ea typeface="Lexend"/>
                <a:cs typeface="Lexend"/>
                <a:sym typeface="Lexend"/>
              </a:defRPr>
            </a:lvl9pPr>
          </a:lstStyle>
          <a:p/>
        </p:txBody>
      </p:sp>
      <p:sp>
        <p:nvSpPr>
          <p:cNvPr id="589" name="Google Shape;589;p17"/>
          <p:cNvSpPr txBox="1"/>
          <p:nvPr>
            <p:ph idx="3" type="subTitle"/>
          </p:nvPr>
        </p:nvSpPr>
        <p:spPr>
          <a:xfrm>
            <a:off x="729250" y="1980500"/>
            <a:ext cx="2072100" cy="161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90" name="Google Shape;590;p17"/>
          <p:cNvSpPr txBox="1"/>
          <p:nvPr>
            <p:ph idx="4" type="subTitle"/>
          </p:nvPr>
        </p:nvSpPr>
        <p:spPr>
          <a:xfrm>
            <a:off x="6332024" y="1980500"/>
            <a:ext cx="2072100" cy="1616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591" name="Google Shape;591;p17"/>
          <p:cNvSpPr txBox="1"/>
          <p:nvPr>
            <p:ph type="title"/>
          </p:nvPr>
        </p:nvSpPr>
        <p:spPr>
          <a:xfrm>
            <a:off x="720000" y="511856"/>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92" name="Google Shape;592;p17"/>
          <p:cNvSpPr/>
          <p:nvPr/>
        </p:nvSpPr>
        <p:spPr>
          <a:xfrm rot="-1579129">
            <a:off x="-1276469" y="2867038"/>
            <a:ext cx="10687325" cy="7589903"/>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7"/>
          <p:cNvSpPr/>
          <p:nvPr/>
        </p:nvSpPr>
        <p:spPr>
          <a:xfrm rot="-2938170">
            <a:off x="479916" y="3483670"/>
            <a:ext cx="5426845" cy="4441740"/>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4" name="Google Shape;594;p17"/>
          <p:cNvGrpSpPr/>
          <p:nvPr/>
        </p:nvGrpSpPr>
        <p:grpSpPr>
          <a:xfrm rot="388732">
            <a:off x="3327597" y="-824673"/>
            <a:ext cx="2078096" cy="1102633"/>
            <a:chOff x="1744950" y="3154900"/>
            <a:chExt cx="662950" cy="371525"/>
          </a:xfrm>
        </p:grpSpPr>
        <p:sp>
          <p:nvSpPr>
            <p:cNvPr id="595" name="Google Shape;595;p17"/>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7"/>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7"/>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7"/>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7"/>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7"/>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7"/>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7"/>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7"/>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7"/>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7"/>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7"/>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7"/>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7"/>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7"/>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7"/>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7"/>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7"/>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7"/>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7"/>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7"/>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7"/>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7"/>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7"/>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7"/>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7"/>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7"/>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7"/>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7"/>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7"/>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7"/>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7"/>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7"/>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7"/>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7"/>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7"/>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7"/>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7"/>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7"/>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7"/>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7"/>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7"/>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7"/>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7"/>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7"/>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7"/>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7"/>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7"/>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7"/>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7"/>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7"/>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7"/>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7"/>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7"/>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7"/>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7"/>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7"/>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7"/>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7"/>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7"/>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7"/>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7"/>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7"/>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7"/>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7"/>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7"/>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7"/>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7"/>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7"/>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7"/>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7"/>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7"/>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7"/>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7"/>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7"/>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7"/>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7"/>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7"/>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7"/>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7"/>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7"/>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7"/>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7"/>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7"/>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7"/>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7"/>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7"/>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7"/>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7"/>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7"/>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7"/>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7"/>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7"/>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7"/>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7"/>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7"/>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7"/>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7"/>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7"/>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7"/>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7"/>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7"/>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7"/>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7"/>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7"/>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7"/>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7"/>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7"/>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7"/>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7"/>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7"/>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7"/>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7"/>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7"/>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7"/>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7"/>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7"/>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7"/>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7"/>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7"/>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7"/>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7"/>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7"/>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7"/>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7"/>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7"/>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7"/>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7"/>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7"/>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7"/>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7"/>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7"/>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7"/>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7"/>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7"/>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7"/>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7"/>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7"/>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7"/>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7"/>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7"/>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7"/>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7"/>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7"/>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7"/>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7"/>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7"/>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7"/>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7"/>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7"/>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7"/>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7"/>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7"/>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7"/>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7"/>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7"/>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7"/>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7"/>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7"/>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7"/>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7"/>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7"/>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7"/>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7"/>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7"/>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7"/>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7"/>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7"/>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7"/>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7"/>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5" name="Shape 765"/>
        <p:cNvGrpSpPr/>
        <p:nvPr/>
      </p:nvGrpSpPr>
      <p:grpSpPr>
        <a:xfrm>
          <a:off x="0" y="0"/>
          <a:ext cx="0" cy="0"/>
          <a:chOff x="0" y="0"/>
          <a:chExt cx="0" cy="0"/>
        </a:xfrm>
      </p:grpSpPr>
      <p:sp>
        <p:nvSpPr>
          <p:cNvPr id="766" name="Google Shape;766;p18"/>
          <p:cNvSpPr/>
          <p:nvPr/>
        </p:nvSpPr>
        <p:spPr>
          <a:xfrm flipH="1">
            <a:off x="5469325" y="305400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8"/>
          <p:cNvSpPr/>
          <p:nvPr/>
        </p:nvSpPr>
        <p:spPr>
          <a:xfrm flipH="1">
            <a:off x="6998778" y="3350902"/>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8" name="Google Shape;768;p18"/>
          <p:cNvGrpSpPr/>
          <p:nvPr/>
        </p:nvGrpSpPr>
        <p:grpSpPr>
          <a:xfrm>
            <a:off x="-746711" y="-763750"/>
            <a:ext cx="2564821" cy="1437356"/>
            <a:chOff x="1744950" y="3154900"/>
            <a:chExt cx="662950" cy="371525"/>
          </a:xfrm>
        </p:grpSpPr>
        <p:sp>
          <p:nvSpPr>
            <p:cNvPr id="769" name="Google Shape;769;p18"/>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8"/>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8"/>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8"/>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8"/>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8"/>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8"/>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8"/>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8"/>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8"/>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8"/>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8"/>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8"/>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8"/>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8"/>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8"/>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8"/>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8"/>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8"/>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8"/>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8"/>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8"/>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8"/>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8"/>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8"/>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8"/>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8"/>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8"/>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8"/>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8"/>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8"/>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8"/>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8"/>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8"/>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8"/>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8"/>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8"/>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8"/>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8"/>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8"/>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8"/>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8"/>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8"/>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8"/>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8"/>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8"/>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8"/>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8"/>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8"/>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8"/>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8"/>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8"/>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8"/>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8"/>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8"/>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8"/>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8"/>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8"/>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8"/>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8"/>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8"/>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8"/>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8"/>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8"/>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8"/>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8"/>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8"/>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8"/>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8"/>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8"/>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8"/>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8"/>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8"/>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8"/>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8"/>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8"/>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8"/>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8"/>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8"/>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8"/>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8"/>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8"/>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8"/>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8"/>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8"/>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8"/>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8"/>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8"/>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8"/>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8"/>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8"/>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8"/>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8"/>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8"/>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8"/>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8"/>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8"/>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8"/>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8"/>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8"/>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8"/>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8"/>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8"/>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8"/>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8"/>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8"/>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8"/>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8"/>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8"/>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8"/>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8"/>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8"/>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8"/>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8"/>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8"/>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8"/>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8"/>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8"/>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8"/>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8"/>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8"/>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8"/>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8"/>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8"/>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8"/>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8"/>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8"/>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8"/>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8"/>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8"/>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8"/>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8"/>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8"/>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8"/>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8"/>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8"/>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8"/>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8"/>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8"/>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8"/>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8"/>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8"/>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8"/>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8"/>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8"/>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8"/>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8"/>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8"/>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8"/>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8"/>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8"/>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8"/>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8"/>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8"/>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8"/>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8"/>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8"/>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8"/>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8"/>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8"/>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8"/>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8"/>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8"/>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8"/>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8"/>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8"/>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8"/>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8"/>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8"/>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8"/>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9" name="Google Shape;939;p18"/>
          <p:cNvSpPr txBox="1"/>
          <p:nvPr>
            <p:ph type="title"/>
          </p:nvPr>
        </p:nvSpPr>
        <p:spPr>
          <a:xfrm>
            <a:off x="720000" y="502487"/>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40" name="Shape 940"/>
        <p:cNvGrpSpPr/>
        <p:nvPr/>
      </p:nvGrpSpPr>
      <p:grpSpPr>
        <a:xfrm>
          <a:off x="0" y="0"/>
          <a:ext cx="0" cy="0"/>
          <a:chOff x="0" y="0"/>
          <a:chExt cx="0" cy="0"/>
        </a:xfrm>
      </p:grpSpPr>
      <p:sp>
        <p:nvSpPr>
          <p:cNvPr id="941" name="Google Shape;941;p19"/>
          <p:cNvSpPr/>
          <p:nvPr>
            <p:ph idx="2" type="pic"/>
          </p:nvPr>
        </p:nvSpPr>
        <p:spPr>
          <a:xfrm>
            <a:off x="4976975" y="930325"/>
            <a:ext cx="3471900" cy="3128400"/>
          </a:xfrm>
          <a:prstGeom prst="rect">
            <a:avLst/>
          </a:prstGeom>
          <a:noFill/>
          <a:ln>
            <a:noFill/>
          </a:ln>
        </p:spPr>
      </p:sp>
      <p:sp>
        <p:nvSpPr>
          <p:cNvPr id="942" name="Google Shape;942;p19"/>
          <p:cNvSpPr txBox="1"/>
          <p:nvPr>
            <p:ph type="title"/>
          </p:nvPr>
        </p:nvSpPr>
        <p:spPr>
          <a:xfrm>
            <a:off x="720000" y="930332"/>
            <a:ext cx="2952600" cy="992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43" name="Google Shape;943;p19"/>
          <p:cNvSpPr txBox="1"/>
          <p:nvPr>
            <p:ph idx="1" type="body"/>
          </p:nvPr>
        </p:nvSpPr>
        <p:spPr>
          <a:xfrm>
            <a:off x="726450" y="1907375"/>
            <a:ext cx="4015200" cy="21519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Char char="●"/>
              <a:defRPr sz="1400">
                <a:solidFill>
                  <a:schemeClr val="dk1"/>
                </a:solidFill>
              </a:defRPr>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944" name="Google Shape;944;p19"/>
          <p:cNvSpPr/>
          <p:nvPr/>
        </p:nvSpPr>
        <p:spPr>
          <a:xfrm flipH="1">
            <a:off x="5640725" y="297780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9"/>
          <p:cNvSpPr/>
          <p:nvPr/>
        </p:nvSpPr>
        <p:spPr>
          <a:xfrm flipH="1">
            <a:off x="7170178" y="3274702"/>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6" name="Google Shape;946;p19"/>
          <p:cNvGrpSpPr/>
          <p:nvPr/>
        </p:nvGrpSpPr>
        <p:grpSpPr>
          <a:xfrm>
            <a:off x="-746711" y="-763750"/>
            <a:ext cx="2564821" cy="1437356"/>
            <a:chOff x="1744950" y="3154900"/>
            <a:chExt cx="662950" cy="371525"/>
          </a:xfrm>
        </p:grpSpPr>
        <p:sp>
          <p:nvSpPr>
            <p:cNvPr id="947" name="Google Shape;947;p19"/>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9"/>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9"/>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9"/>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9"/>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9"/>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9"/>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9"/>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9"/>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9"/>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9"/>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9"/>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9"/>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9"/>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9"/>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9"/>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9"/>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9"/>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9"/>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9"/>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9"/>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9"/>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9"/>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9"/>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9"/>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9"/>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9"/>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9"/>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9"/>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9"/>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9"/>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9"/>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9"/>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9"/>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9"/>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9"/>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9"/>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9"/>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9"/>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9"/>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19"/>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19"/>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9"/>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9"/>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9"/>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9"/>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9"/>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9"/>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9"/>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9"/>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9"/>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19"/>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9"/>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9"/>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9"/>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9"/>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9"/>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9"/>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9"/>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9"/>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9"/>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9"/>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9"/>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9"/>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9"/>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9"/>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9"/>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9"/>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9"/>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9"/>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9"/>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9"/>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9"/>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9"/>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9"/>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9"/>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9"/>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9"/>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9"/>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9"/>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9"/>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9"/>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9"/>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19"/>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9"/>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9"/>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9"/>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9"/>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9"/>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9"/>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9"/>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19"/>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9"/>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9"/>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19"/>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9"/>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9"/>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9"/>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9"/>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9"/>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9"/>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9"/>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9"/>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9"/>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9"/>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9"/>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9"/>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9"/>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9"/>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9"/>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9"/>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9"/>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9"/>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9"/>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9"/>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9"/>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9"/>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9"/>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9"/>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9"/>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9"/>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9"/>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9"/>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9"/>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9"/>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9"/>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9"/>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9"/>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9"/>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19"/>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19"/>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9"/>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9"/>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9"/>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19"/>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9"/>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19"/>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9"/>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9"/>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9"/>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9"/>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9"/>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9"/>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9"/>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9"/>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9"/>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9"/>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9"/>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9"/>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9"/>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9"/>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9"/>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9"/>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9"/>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9"/>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9"/>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9"/>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9"/>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9"/>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9"/>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9"/>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9"/>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9"/>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9"/>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19"/>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9"/>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19"/>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9"/>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9"/>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19"/>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17" name="Shape 1117"/>
        <p:cNvGrpSpPr/>
        <p:nvPr/>
      </p:nvGrpSpPr>
      <p:grpSpPr>
        <a:xfrm>
          <a:off x="0" y="0"/>
          <a:ext cx="0" cy="0"/>
          <a:chOff x="0" y="0"/>
          <a:chExt cx="0" cy="0"/>
        </a:xfrm>
      </p:grpSpPr>
      <p:sp>
        <p:nvSpPr>
          <p:cNvPr id="1118" name="Google Shape;1118;p20"/>
          <p:cNvSpPr txBox="1"/>
          <p:nvPr>
            <p:ph type="title"/>
          </p:nvPr>
        </p:nvSpPr>
        <p:spPr>
          <a:xfrm>
            <a:off x="1388100" y="1307100"/>
            <a:ext cx="6367800" cy="25293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7200"/>
              <a:buNone/>
              <a:defRPr sz="7200"/>
            </a:lvl1pPr>
            <a:lvl2pPr lvl="1" rtl="0" algn="ctr">
              <a:spcBef>
                <a:spcPts val="0"/>
              </a:spcBef>
              <a:spcAft>
                <a:spcPts val="0"/>
              </a:spcAft>
              <a:buSzPts val="7200"/>
              <a:buNone/>
              <a:defRPr sz="7200"/>
            </a:lvl2pPr>
            <a:lvl3pPr lvl="2" rtl="0" algn="ctr">
              <a:spcBef>
                <a:spcPts val="0"/>
              </a:spcBef>
              <a:spcAft>
                <a:spcPts val="0"/>
              </a:spcAft>
              <a:buSzPts val="7200"/>
              <a:buNone/>
              <a:defRPr sz="7200"/>
            </a:lvl3pPr>
            <a:lvl4pPr lvl="3" rtl="0" algn="ctr">
              <a:spcBef>
                <a:spcPts val="0"/>
              </a:spcBef>
              <a:spcAft>
                <a:spcPts val="0"/>
              </a:spcAft>
              <a:buSzPts val="7200"/>
              <a:buNone/>
              <a:defRPr sz="7200"/>
            </a:lvl4pPr>
            <a:lvl5pPr lvl="4" rtl="0" algn="ctr">
              <a:spcBef>
                <a:spcPts val="0"/>
              </a:spcBef>
              <a:spcAft>
                <a:spcPts val="0"/>
              </a:spcAft>
              <a:buSzPts val="7200"/>
              <a:buNone/>
              <a:defRPr sz="7200"/>
            </a:lvl5pPr>
            <a:lvl6pPr lvl="5" rtl="0" algn="ctr">
              <a:spcBef>
                <a:spcPts val="0"/>
              </a:spcBef>
              <a:spcAft>
                <a:spcPts val="0"/>
              </a:spcAft>
              <a:buSzPts val="7200"/>
              <a:buNone/>
              <a:defRPr sz="7200"/>
            </a:lvl6pPr>
            <a:lvl7pPr lvl="6" rtl="0" algn="ctr">
              <a:spcBef>
                <a:spcPts val="0"/>
              </a:spcBef>
              <a:spcAft>
                <a:spcPts val="0"/>
              </a:spcAft>
              <a:buSzPts val="7200"/>
              <a:buNone/>
              <a:defRPr sz="7200"/>
            </a:lvl7pPr>
            <a:lvl8pPr lvl="7" rtl="0" algn="ctr">
              <a:spcBef>
                <a:spcPts val="0"/>
              </a:spcBef>
              <a:spcAft>
                <a:spcPts val="0"/>
              </a:spcAft>
              <a:buSzPts val="7200"/>
              <a:buNone/>
              <a:defRPr sz="7200"/>
            </a:lvl8pPr>
            <a:lvl9pPr lvl="8" rtl="0" algn="ctr">
              <a:spcBef>
                <a:spcPts val="0"/>
              </a:spcBef>
              <a:spcAft>
                <a:spcPts val="0"/>
              </a:spcAft>
              <a:buSzPts val="7200"/>
              <a:buNone/>
              <a:defRPr sz="7200"/>
            </a:lvl9pPr>
          </a:lstStyle>
          <a:p/>
        </p:txBody>
      </p:sp>
      <p:sp>
        <p:nvSpPr>
          <p:cNvPr id="1119" name="Google Shape;1119;p20"/>
          <p:cNvSpPr/>
          <p:nvPr/>
        </p:nvSpPr>
        <p:spPr>
          <a:xfrm rot="10800000">
            <a:off x="5318450" y="-178785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0"/>
          <p:cNvSpPr/>
          <p:nvPr/>
        </p:nvSpPr>
        <p:spPr>
          <a:xfrm rot="10800000">
            <a:off x="6847903" y="-1064588"/>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0"/>
          <p:cNvSpPr/>
          <p:nvPr/>
        </p:nvSpPr>
        <p:spPr>
          <a:xfrm>
            <a:off x="-1747550" y="297780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0"/>
          <p:cNvSpPr/>
          <p:nvPr/>
        </p:nvSpPr>
        <p:spPr>
          <a:xfrm>
            <a:off x="-1415050" y="3350902"/>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3" name="Google Shape;1123;p20"/>
          <p:cNvGrpSpPr/>
          <p:nvPr/>
        </p:nvGrpSpPr>
        <p:grpSpPr>
          <a:xfrm>
            <a:off x="6994214" y="4444100"/>
            <a:ext cx="2564821" cy="1437356"/>
            <a:chOff x="1744950" y="3154900"/>
            <a:chExt cx="662950" cy="371525"/>
          </a:xfrm>
        </p:grpSpPr>
        <p:sp>
          <p:nvSpPr>
            <p:cNvPr id="1124" name="Google Shape;1124;p20"/>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0"/>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0"/>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0"/>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0"/>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0"/>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0"/>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0"/>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0"/>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0"/>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0"/>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0"/>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0"/>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0"/>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0"/>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0"/>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0"/>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0"/>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0"/>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0"/>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0"/>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0"/>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0"/>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0"/>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0"/>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0"/>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0"/>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0"/>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0"/>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0"/>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0"/>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0"/>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0"/>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0"/>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0"/>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0"/>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0"/>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0"/>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0"/>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0"/>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0"/>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0"/>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0"/>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0"/>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0"/>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0"/>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0"/>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0"/>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0"/>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0"/>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0"/>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0"/>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0"/>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0"/>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0"/>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0"/>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0"/>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0"/>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0"/>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0"/>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0"/>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0"/>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0"/>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0"/>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0"/>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0"/>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0"/>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0"/>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0"/>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0"/>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0"/>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0"/>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0"/>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0"/>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0"/>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0"/>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0"/>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0"/>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0"/>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0"/>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0"/>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0"/>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0"/>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0"/>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0"/>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0"/>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0"/>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0"/>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0"/>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0"/>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0"/>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0"/>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0"/>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0"/>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0"/>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0"/>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0"/>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0"/>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0"/>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0"/>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0"/>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0"/>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0"/>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0"/>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0"/>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0"/>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0"/>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0"/>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0"/>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0"/>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0"/>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0"/>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0"/>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0"/>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0"/>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0"/>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0"/>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0"/>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0"/>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0"/>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0"/>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0"/>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0"/>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0"/>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0"/>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0"/>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0"/>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0"/>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0"/>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0"/>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0"/>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0"/>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0"/>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0"/>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0"/>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0"/>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0"/>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0"/>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0"/>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0"/>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0"/>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0"/>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0"/>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0"/>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0"/>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0"/>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0"/>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0"/>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0"/>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0"/>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0"/>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0"/>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0"/>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0"/>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0"/>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0"/>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0"/>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0"/>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0"/>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0"/>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0"/>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0"/>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0"/>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0"/>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0"/>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0"/>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20"/>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0"/>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0"/>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0"/>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4" name="Google Shape;1294;p20"/>
          <p:cNvGrpSpPr/>
          <p:nvPr/>
        </p:nvGrpSpPr>
        <p:grpSpPr>
          <a:xfrm>
            <a:off x="-670511" y="-687550"/>
            <a:ext cx="2564821" cy="1437356"/>
            <a:chOff x="1744950" y="3154900"/>
            <a:chExt cx="662950" cy="371525"/>
          </a:xfrm>
        </p:grpSpPr>
        <p:sp>
          <p:nvSpPr>
            <p:cNvPr id="1295" name="Google Shape;1295;p20"/>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0"/>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0"/>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0"/>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0"/>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0"/>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0"/>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0"/>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0"/>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0"/>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0"/>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0"/>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0"/>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0"/>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0"/>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0"/>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0"/>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0"/>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0"/>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0"/>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0"/>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0"/>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0"/>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0"/>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0"/>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0"/>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0"/>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0"/>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0"/>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0"/>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0"/>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0"/>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0"/>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0"/>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0"/>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0"/>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0"/>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0"/>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0"/>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0"/>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0"/>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0"/>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0"/>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0"/>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0"/>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0"/>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0"/>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0"/>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0"/>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0"/>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0"/>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0"/>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0"/>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0"/>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0"/>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0"/>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0"/>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0"/>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0"/>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0"/>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0"/>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0"/>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0"/>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0"/>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0"/>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0"/>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0"/>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0"/>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0"/>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0"/>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0"/>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0"/>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0"/>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0"/>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0"/>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0"/>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0"/>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0"/>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0"/>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0"/>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0"/>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0"/>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0"/>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0"/>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0"/>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0"/>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0"/>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0"/>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0"/>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0"/>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0"/>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0"/>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0"/>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0"/>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0"/>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0"/>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0"/>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0"/>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0"/>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0"/>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0"/>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0"/>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0"/>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0"/>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0"/>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0"/>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0"/>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0"/>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0"/>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0"/>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0"/>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0"/>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0"/>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0"/>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0"/>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0"/>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0"/>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0"/>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0"/>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0"/>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0"/>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0"/>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0"/>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0"/>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0"/>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0"/>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0"/>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0"/>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0"/>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0"/>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0"/>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0"/>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0"/>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0"/>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0"/>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0"/>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0"/>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0"/>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0"/>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0"/>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0"/>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0"/>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0"/>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0"/>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0"/>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0"/>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0"/>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0"/>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0"/>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0"/>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0"/>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0"/>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0"/>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0"/>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0"/>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0"/>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0"/>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0"/>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0"/>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0"/>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0"/>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0"/>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0"/>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0"/>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0"/>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0"/>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0"/>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0"/>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0"/>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0"/>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65" name="Shape 1465"/>
        <p:cNvGrpSpPr/>
        <p:nvPr/>
      </p:nvGrpSpPr>
      <p:grpSpPr>
        <a:xfrm>
          <a:off x="0" y="0"/>
          <a:ext cx="0" cy="0"/>
          <a:chOff x="0" y="0"/>
          <a:chExt cx="0" cy="0"/>
        </a:xfrm>
      </p:grpSpPr>
      <p:sp>
        <p:nvSpPr>
          <p:cNvPr id="1466" name="Google Shape;1466;p21"/>
          <p:cNvSpPr txBox="1"/>
          <p:nvPr>
            <p:ph idx="1" type="subTitle"/>
          </p:nvPr>
        </p:nvSpPr>
        <p:spPr>
          <a:xfrm>
            <a:off x="4833775" y="1685676"/>
            <a:ext cx="3597000" cy="1891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467" name="Google Shape;1467;p21"/>
          <p:cNvSpPr txBox="1"/>
          <p:nvPr>
            <p:ph type="title"/>
          </p:nvPr>
        </p:nvSpPr>
        <p:spPr>
          <a:xfrm>
            <a:off x="4833775" y="1131826"/>
            <a:ext cx="3597000" cy="572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68" name="Google Shape;1468;p21"/>
          <p:cNvSpPr/>
          <p:nvPr/>
        </p:nvSpPr>
        <p:spPr>
          <a:xfrm flipH="1">
            <a:off x="5640725" y="297780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1"/>
          <p:cNvSpPr/>
          <p:nvPr/>
        </p:nvSpPr>
        <p:spPr>
          <a:xfrm flipH="1">
            <a:off x="7170178" y="3274702"/>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0" name="Google Shape;1470;p21"/>
          <p:cNvGrpSpPr/>
          <p:nvPr/>
        </p:nvGrpSpPr>
        <p:grpSpPr>
          <a:xfrm>
            <a:off x="7006339" y="-763750"/>
            <a:ext cx="2564821" cy="1437356"/>
            <a:chOff x="1744950" y="3154900"/>
            <a:chExt cx="662950" cy="371525"/>
          </a:xfrm>
        </p:grpSpPr>
        <p:sp>
          <p:nvSpPr>
            <p:cNvPr id="1471" name="Google Shape;1471;p21"/>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1"/>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1"/>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1"/>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1"/>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1"/>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1"/>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1"/>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1"/>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1"/>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1"/>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1"/>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1"/>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1"/>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1"/>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1"/>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1"/>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1"/>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1"/>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1"/>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1"/>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1"/>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1"/>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1"/>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21"/>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21"/>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21"/>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21"/>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21"/>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21"/>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21"/>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21"/>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21"/>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21"/>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21"/>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21"/>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21"/>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21"/>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21"/>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21"/>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21"/>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21"/>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21"/>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21"/>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21"/>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21"/>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21"/>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21"/>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21"/>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21"/>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21"/>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21"/>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21"/>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21"/>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21"/>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21"/>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21"/>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21"/>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21"/>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21"/>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21"/>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21"/>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21"/>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21"/>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21"/>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21"/>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21"/>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21"/>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21"/>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21"/>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21"/>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21"/>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21"/>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21"/>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21"/>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21"/>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21"/>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21"/>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21"/>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21"/>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21"/>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21"/>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21"/>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21"/>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21"/>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21"/>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21"/>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21"/>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21"/>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21"/>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21"/>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21"/>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21"/>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21"/>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21"/>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21"/>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21"/>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21"/>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21"/>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21"/>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21"/>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21"/>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21"/>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21"/>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21"/>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21"/>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21"/>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21"/>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21"/>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21"/>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21"/>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21"/>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21"/>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21"/>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21"/>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21"/>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21"/>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21"/>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21"/>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21"/>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21"/>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21"/>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21"/>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21"/>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21"/>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21"/>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21"/>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21"/>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21"/>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21"/>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21"/>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21"/>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21"/>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21"/>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21"/>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21"/>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21"/>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21"/>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21"/>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21"/>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21"/>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21"/>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21"/>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21"/>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21"/>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21"/>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21"/>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21"/>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21"/>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21"/>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21"/>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21"/>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21"/>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21"/>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21"/>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21"/>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21"/>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21"/>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21"/>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21"/>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21"/>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21"/>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21"/>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21"/>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21"/>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21"/>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21"/>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21"/>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21"/>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21"/>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41" name="Shape 1641"/>
        <p:cNvGrpSpPr/>
        <p:nvPr/>
      </p:nvGrpSpPr>
      <p:grpSpPr>
        <a:xfrm>
          <a:off x="0" y="0"/>
          <a:ext cx="0" cy="0"/>
          <a:chOff x="0" y="0"/>
          <a:chExt cx="0" cy="0"/>
        </a:xfrm>
      </p:grpSpPr>
      <p:pic>
        <p:nvPicPr>
          <p:cNvPr id="1642" name="Google Shape;1642;p22"/>
          <p:cNvPicPr preferRelativeResize="0"/>
          <p:nvPr/>
        </p:nvPicPr>
        <p:blipFill>
          <a:blip r:embed="rId2">
            <a:alphaModFix/>
          </a:blip>
          <a:stretch>
            <a:fillRect/>
          </a:stretch>
        </p:blipFill>
        <p:spPr>
          <a:xfrm>
            <a:off x="0" y="0"/>
            <a:ext cx="9144003" cy="5143490"/>
          </a:xfrm>
          <a:prstGeom prst="rect">
            <a:avLst/>
          </a:prstGeom>
          <a:noFill/>
          <a:ln>
            <a:noFill/>
          </a:ln>
        </p:spPr>
      </p:pic>
      <p:sp>
        <p:nvSpPr>
          <p:cNvPr id="1643" name="Google Shape;1643;p22"/>
          <p:cNvSpPr txBox="1"/>
          <p:nvPr>
            <p:ph type="title"/>
          </p:nvPr>
        </p:nvSpPr>
        <p:spPr>
          <a:xfrm>
            <a:off x="740550" y="3910025"/>
            <a:ext cx="7662900" cy="693900"/>
          </a:xfrm>
          <a:prstGeom prst="rect">
            <a:avLst/>
          </a:prstGeom>
          <a:solidFill>
            <a:schemeClr val="accent2"/>
          </a:solid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1644" name="Google Shape;1644;p22"/>
          <p:cNvGrpSpPr/>
          <p:nvPr/>
        </p:nvGrpSpPr>
        <p:grpSpPr>
          <a:xfrm>
            <a:off x="6994214" y="4444100"/>
            <a:ext cx="2564821" cy="1437356"/>
            <a:chOff x="1744950" y="3154900"/>
            <a:chExt cx="662950" cy="371525"/>
          </a:xfrm>
        </p:grpSpPr>
        <p:sp>
          <p:nvSpPr>
            <p:cNvPr id="1645" name="Google Shape;1645;p22"/>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22"/>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22"/>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22"/>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22"/>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22"/>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22"/>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22"/>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22"/>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22"/>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22"/>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22"/>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22"/>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22"/>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22"/>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22"/>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22"/>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22"/>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22"/>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22"/>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22"/>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22"/>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22"/>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22"/>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22"/>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22"/>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22"/>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22"/>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22"/>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22"/>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22"/>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22"/>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22"/>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22"/>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22"/>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22"/>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22"/>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22"/>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22"/>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22"/>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22"/>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22"/>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22"/>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22"/>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22"/>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22"/>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22"/>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22"/>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22"/>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22"/>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22"/>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22"/>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22"/>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22"/>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22"/>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22"/>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22"/>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22"/>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22"/>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22"/>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22"/>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22"/>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22"/>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22"/>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22"/>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22"/>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22"/>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2"/>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22"/>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22"/>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22"/>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22"/>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22"/>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22"/>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22"/>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22"/>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22"/>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22"/>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22"/>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22"/>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22"/>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22"/>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22"/>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22"/>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22"/>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22"/>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22"/>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22"/>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22"/>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22"/>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22"/>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22"/>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22"/>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22"/>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22"/>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22"/>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22"/>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22"/>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22"/>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22"/>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2"/>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22"/>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22"/>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22"/>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22"/>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22"/>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22"/>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2"/>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22"/>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22"/>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22"/>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22"/>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22"/>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22"/>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22"/>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22"/>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22"/>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22"/>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22"/>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22"/>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22"/>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2"/>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22"/>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22"/>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22"/>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22"/>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22"/>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2"/>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2"/>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2"/>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2"/>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2"/>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22"/>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22"/>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22"/>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22"/>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22"/>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2"/>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22"/>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22"/>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22"/>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22"/>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22"/>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22"/>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22"/>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22"/>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2"/>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2"/>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22"/>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22"/>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22"/>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22"/>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22"/>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22"/>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22"/>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22"/>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22"/>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22"/>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22"/>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22"/>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22"/>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2"/>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22"/>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22"/>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22"/>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22"/>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22"/>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22"/>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2"/>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22"/>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5" name="Google Shape;1815;p22"/>
          <p:cNvGrpSpPr/>
          <p:nvPr/>
        </p:nvGrpSpPr>
        <p:grpSpPr>
          <a:xfrm>
            <a:off x="-670511" y="-687550"/>
            <a:ext cx="2564821" cy="1437356"/>
            <a:chOff x="1744950" y="3154900"/>
            <a:chExt cx="662950" cy="371525"/>
          </a:xfrm>
        </p:grpSpPr>
        <p:sp>
          <p:nvSpPr>
            <p:cNvPr id="1816" name="Google Shape;1816;p22"/>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2"/>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22"/>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22"/>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2"/>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22"/>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22"/>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22"/>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22"/>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22"/>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22"/>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22"/>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22"/>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22"/>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22"/>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22"/>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22"/>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22"/>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22"/>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22"/>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22"/>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22"/>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22"/>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22"/>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22"/>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22"/>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22"/>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22"/>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22"/>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22"/>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22"/>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22"/>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22"/>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22"/>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22"/>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22"/>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22"/>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22"/>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22"/>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22"/>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22"/>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22"/>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22"/>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22"/>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22"/>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22"/>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22"/>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22"/>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22"/>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22"/>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2"/>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22"/>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22"/>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22"/>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22"/>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22"/>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22"/>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22"/>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22"/>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22"/>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22"/>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22"/>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22"/>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22"/>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22"/>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22"/>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22"/>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22"/>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22"/>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22"/>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22"/>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22"/>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22"/>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22"/>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22"/>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22"/>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22"/>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22"/>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22"/>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22"/>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22"/>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22"/>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22"/>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22"/>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22"/>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22"/>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22"/>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22"/>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22"/>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22"/>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22"/>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22"/>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22"/>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22"/>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22"/>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22"/>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22"/>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22"/>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22"/>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22"/>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22"/>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22"/>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22"/>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22"/>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22"/>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22"/>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22"/>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22"/>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22"/>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22"/>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22"/>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22"/>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22"/>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22"/>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22"/>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22"/>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22"/>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22"/>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22"/>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22"/>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22"/>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22"/>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22"/>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22"/>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22"/>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22"/>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22"/>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22"/>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22"/>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22"/>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22"/>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22"/>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22"/>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22"/>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22"/>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22"/>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22"/>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22"/>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22"/>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22"/>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22"/>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22"/>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22"/>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22"/>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22"/>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22"/>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22"/>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22"/>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22"/>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22"/>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22"/>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22"/>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22"/>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22"/>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22"/>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22"/>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22"/>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22"/>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22"/>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22"/>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22"/>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22"/>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22"/>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22"/>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22"/>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22"/>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22"/>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22"/>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22"/>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22"/>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986" name="Shape 1986"/>
        <p:cNvGrpSpPr/>
        <p:nvPr/>
      </p:nvGrpSpPr>
      <p:grpSpPr>
        <a:xfrm>
          <a:off x="0" y="0"/>
          <a:ext cx="0" cy="0"/>
          <a:chOff x="0" y="0"/>
          <a:chExt cx="0" cy="0"/>
        </a:xfrm>
      </p:grpSpPr>
      <p:sp>
        <p:nvSpPr>
          <p:cNvPr id="1987" name="Google Shape;1987;p23"/>
          <p:cNvSpPr/>
          <p:nvPr/>
        </p:nvSpPr>
        <p:spPr>
          <a:xfrm rot="10800000">
            <a:off x="5318450" y="-178785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23"/>
          <p:cNvSpPr/>
          <p:nvPr/>
        </p:nvSpPr>
        <p:spPr>
          <a:xfrm rot="10800000">
            <a:off x="6847903" y="-1064588"/>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23"/>
          <p:cNvSpPr/>
          <p:nvPr/>
        </p:nvSpPr>
        <p:spPr>
          <a:xfrm>
            <a:off x="-1747550" y="297780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23"/>
          <p:cNvSpPr/>
          <p:nvPr/>
        </p:nvSpPr>
        <p:spPr>
          <a:xfrm>
            <a:off x="-1415050" y="3350902"/>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1" name="Google Shape;1991;p23"/>
          <p:cNvGrpSpPr/>
          <p:nvPr/>
        </p:nvGrpSpPr>
        <p:grpSpPr>
          <a:xfrm>
            <a:off x="6994214" y="4444100"/>
            <a:ext cx="2564821" cy="1437356"/>
            <a:chOff x="1744950" y="3154900"/>
            <a:chExt cx="662950" cy="371525"/>
          </a:xfrm>
        </p:grpSpPr>
        <p:sp>
          <p:nvSpPr>
            <p:cNvPr id="1992" name="Google Shape;1992;p23"/>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23"/>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23"/>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23"/>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23"/>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23"/>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23"/>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23"/>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23"/>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23"/>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23"/>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23"/>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23"/>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23"/>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23"/>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23"/>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23"/>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23"/>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23"/>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23"/>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23"/>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23"/>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23"/>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23"/>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23"/>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23"/>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23"/>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23"/>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23"/>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23"/>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23"/>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23"/>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23"/>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23"/>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23"/>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23"/>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23"/>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23"/>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23"/>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23"/>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23"/>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23"/>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23"/>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23"/>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23"/>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23"/>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23"/>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23"/>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23"/>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23"/>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23"/>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23"/>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23"/>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23"/>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23"/>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23"/>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23"/>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23"/>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23"/>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23"/>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23"/>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23"/>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23"/>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23"/>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23"/>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23"/>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23"/>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23"/>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23"/>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23"/>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23"/>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23"/>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23"/>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23"/>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23"/>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23"/>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23"/>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23"/>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23"/>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23"/>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23"/>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23"/>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23"/>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23"/>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23"/>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23"/>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23"/>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23"/>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23"/>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23"/>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23"/>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23"/>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23"/>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23"/>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23"/>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23"/>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23"/>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23"/>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23"/>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23"/>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23"/>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23"/>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23"/>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23"/>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23"/>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23"/>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23"/>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23"/>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23"/>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23"/>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23"/>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23"/>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23"/>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23"/>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23"/>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23"/>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23"/>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23"/>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23"/>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23"/>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23"/>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23"/>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23"/>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23"/>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23"/>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23"/>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23"/>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23"/>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23"/>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23"/>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23"/>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23"/>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23"/>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23"/>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23"/>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23"/>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23"/>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23"/>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23"/>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23"/>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23"/>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23"/>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23"/>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23"/>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23"/>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23"/>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23"/>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23"/>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23"/>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23"/>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23"/>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23"/>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23"/>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23"/>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23"/>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23"/>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23"/>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23"/>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23"/>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23"/>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23"/>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23"/>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23"/>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23"/>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23"/>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23"/>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23"/>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23"/>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23"/>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23"/>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2" name="Google Shape;2162;p23"/>
          <p:cNvGrpSpPr/>
          <p:nvPr/>
        </p:nvGrpSpPr>
        <p:grpSpPr>
          <a:xfrm>
            <a:off x="-670511" y="-687550"/>
            <a:ext cx="2564821" cy="1437356"/>
            <a:chOff x="1744950" y="3154900"/>
            <a:chExt cx="662950" cy="371525"/>
          </a:xfrm>
        </p:grpSpPr>
        <p:sp>
          <p:nvSpPr>
            <p:cNvPr id="2163" name="Google Shape;2163;p23"/>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23"/>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23"/>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23"/>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23"/>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23"/>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23"/>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23"/>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23"/>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23"/>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23"/>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23"/>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23"/>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23"/>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23"/>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23"/>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23"/>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23"/>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23"/>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23"/>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23"/>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23"/>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23"/>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23"/>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23"/>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23"/>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23"/>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23"/>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23"/>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23"/>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23"/>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23"/>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23"/>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23"/>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23"/>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23"/>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23"/>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23"/>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23"/>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23"/>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23"/>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23"/>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23"/>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23"/>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23"/>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23"/>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23"/>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23"/>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23"/>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23"/>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23"/>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23"/>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23"/>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23"/>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23"/>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23"/>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23"/>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23"/>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23"/>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23"/>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23"/>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23"/>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23"/>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23"/>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23"/>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23"/>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23"/>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23"/>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23"/>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23"/>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23"/>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23"/>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23"/>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23"/>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23"/>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23"/>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23"/>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23"/>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23"/>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23"/>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23"/>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23"/>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23"/>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23"/>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23"/>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23"/>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23"/>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23"/>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23"/>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23"/>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23"/>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23"/>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23"/>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23"/>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23"/>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23"/>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23"/>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23"/>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23"/>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23"/>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23"/>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23"/>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23"/>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23"/>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23"/>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23"/>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23"/>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23"/>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23"/>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23"/>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23"/>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23"/>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23"/>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23"/>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23"/>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23"/>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23"/>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23"/>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23"/>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23"/>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23"/>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23"/>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23"/>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23"/>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23"/>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23"/>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23"/>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23"/>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23"/>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23"/>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23"/>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23"/>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23"/>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23"/>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23"/>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23"/>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23"/>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23"/>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23"/>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23"/>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23"/>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23"/>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23"/>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23"/>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23"/>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23"/>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23"/>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23"/>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23"/>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23"/>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23"/>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23"/>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23"/>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23"/>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23"/>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23"/>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23"/>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23"/>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23"/>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23"/>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23"/>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23"/>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23"/>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23"/>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23"/>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23"/>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23"/>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23"/>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23"/>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23"/>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33" name="Google Shape;2333;p23"/>
          <p:cNvSpPr txBox="1"/>
          <p:nvPr>
            <p:ph hasCustomPrompt="1" type="title"/>
          </p:nvPr>
        </p:nvSpPr>
        <p:spPr>
          <a:xfrm>
            <a:off x="1284000" y="2102750"/>
            <a:ext cx="6576000" cy="799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9600"/>
              <a:buNone/>
              <a:defRPr sz="72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2334" name="Google Shape;2334;p23"/>
          <p:cNvSpPr txBox="1"/>
          <p:nvPr>
            <p:ph idx="1" type="subTitle"/>
          </p:nvPr>
        </p:nvSpPr>
        <p:spPr>
          <a:xfrm>
            <a:off x="1284000" y="2931175"/>
            <a:ext cx="6576000" cy="374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335" name="Shape 2335"/>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
    <p:spTree>
      <p:nvGrpSpPr>
        <p:cNvPr id="2336" name="Shape 2336"/>
        <p:cNvGrpSpPr/>
        <p:nvPr/>
      </p:nvGrpSpPr>
      <p:grpSpPr>
        <a:xfrm>
          <a:off x="0" y="0"/>
          <a:ext cx="0" cy="0"/>
          <a:chOff x="0" y="0"/>
          <a:chExt cx="0" cy="0"/>
        </a:xfrm>
      </p:grpSpPr>
      <p:sp>
        <p:nvSpPr>
          <p:cNvPr id="2337" name="Google Shape;2337;p25"/>
          <p:cNvSpPr txBox="1"/>
          <p:nvPr>
            <p:ph idx="1" type="subTitle"/>
          </p:nvPr>
        </p:nvSpPr>
        <p:spPr>
          <a:xfrm>
            <a:off x="6115000" y="2650075"/>
            <a:ext cx="16188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Lexend"/>
              <a:buNone/>
              <a:defRPr b="1" sz="2000">
                <a:latin typeface="Lexend"/>
                <a:ea typeface="Lexend"/>
                <a:cs typeface="Lexend"/>
                <a:sym typeface="Lexend"/>
              </a:defRPr>
            </a:lvl1pPr>
            <a:lvl2pPr lvl="1" rtl="0" algn="ctr">
              <a:lnSpc>
                <a:spcPct val="100000"/>
              </a:lnSpc>
              <a:spcBef>
                <a:spcPts val="0"/>
              </a:spcBef>
              <a:spcAft>
                <a:spcPts val="0"/>
              </a:spcAft>
              <a:buSzPts val="2400"/>
              <a:buFont typeface="Lexend"/>
              <a:buNone/>
              <a:defRPr b="1" sz="2400">
                <a:latin typeface="Lexend"/>
                <a:ea typeface="Lexend"/>
                <a:cs typeface="Lexend"/>
                <a:sym typeface="Lexend"/>
              </a:defRPr>
            </a:lvl2pPr>
            <a:lvl3pPr lvl="2" rtl="0" algn="ctr">
              <a:lnSpc>
                <a:spcPct val="100000"/>
              </a:lnSpc>
              <a:spcBef>
                <a:spcPts val="0"/>
              </a:spcBef>
              <a:spcAft>
                <a:spcPts val="0"/>
              </a:spcAft>
              <a:buSzPts val="2400"/>
              <a:buFont typeface="Lexend"/>
              <a:buNone/>
              <a:defRPr b="1" sz="2400">
                <a:latin typeface="Lexend"/>
                <a:ea typeface="Lexend"/>
                <a:cs typeface="Lexend"/>
                <a:sym typeface="Lexend"/>
              </a:defRPr>
            </a:lvl3pPr>
            <a:lvl4pPr lvl="3" rtl="0" algn="ctr">
              <a:lnSpc>
                <a:spcPct val="100000"/>
              </a:lnSpc>
              <a:spcBef>
                <a:spcPts val="0"/>
              </a:spcBef>
              <a:spcAft>
                <a:spcPts val="0"/>
              </a:spcAft>
              <a:buSzPts val="2400"/>
              <a:buFont typeface="Lexend"/>
              <a:buNone/>
              <a:defRPr b="1" sz="2400">
                <a:latin typeface="Lexend"/>
                <a:ea typeface="Lexend"/>
                <a:cs typeface="Lexend"/>
                <a:sym typeface="Lexend"/>
              </a:defRPr>
            </a:lvl4pPr>
            <a:lvl5pPr lvl="4" rtl="0" algn="ctr">
              <a:lnSpc>
                <a:spcPct val="100000"/>
              </a:lnSpc>
              <a:spcBef>
                <a:spcPts val="0"/>
              </a:spcBef>
              <a:spcAft>
                <a:spcPts val="0"/>
              </a:spcAft>
              <a:buSzPts val="2400"/>
              <a:buFont typeface="Lexend"/>
              <a:buNone/>
              <a:defRPr b="1" sz="2400">
                <a:latin typeface="Lexend"/>
                <a:ea typeface="Lexend"/>
                <a:cs typeface="Lexend"/>
                <a:sym typeface="Lexend"/>
              </a:defRPr>
            </a:lvl5pPr>
            <a:lvl6pPr lvl="5" rtl="0" algn="ctr">
              <a:lnSpc>
                <a:spcPct val="100000"/>
              </a:lnSpc>
              <a:spcBef>
                <a:spcPts val="0"/>
              </a:spcBef>
              <a:spcAft>
                <a:spcPts val="0"/>
              </a:spcAft>
              <a:buSzPts val="2400"/>
              <a:buFont typeface="Lexend"/>
              <a:buNone/>
              <a:defRPr b="1" sz="2400">
                <a:latin typeface="Lexend"/>
                <a:ea typeface="Lexend"/>
                <a:cs typeface="Lexend"/>
                <a:sym typeface="Lexend"/>
              </a:defRPr>
            </a:lvl6pPr>
            <a:lvl7pPr lvl="6" rtl="0" algn="ctr">
              <a:lnSpc>
                <a:spcPct val="100000"/>
              </a:lnSpc>
              <a:spcBef>
                <a:spcPts val="0"/>
              </a:spcBef>
              <a:spcAft>
                <a:spcPts val="0"/>
              </a:spcAft>
              <a:buSzPts val="2400"/>
              <a:buFont typeface="Lexend"/>
              <a:buNone/>
              <a:defRPr b="1" sz="2400">
                <a:latin typeface="Lexend"/>
                <a:ea typeface="Lexend"/>
                <a:cs typeface="Lexend"/>
                <a:sym typeface="Lexend"/>
              </a:defRPr>
            </a:lvl7pPr>
            <a:lvl8pPr lvl="7" rtl="0" algn="ctr">
              <a:lnSpc>
                <a:spcPct val="100000"/>
              </a:lnSpc>
              <a:spcBef>
                <a:spcPts val="0"/>
              </a:spcBef>
              <a:spcAft>
                <a:spcPts val="0"/>
              </a:spcAft>
              <a:buSzPts val="2400"/>
              <a:buFont typeface="Lexend"/>
              <a:buNone/>
              <a:defRPr b="1" sz="2400">
                <a:latin typeface="Lexend"/>
                <a:ea typeface="Lexend"/>
                <a:cs typeface="Lexend"/>
                <a:sym typeface="Lexend"/>
              </a:defRPr>
            </a:lvl8pPr>
            <a:lvl9pPr lvl="8" rtl="0" algn="ctr">
              <a:lnSpc>
                <a:spcPct val="100000"/>
              </a:lnSpc>
              <a:spcBef>
                <a:spcPts val="0"/>
              </a:spcBef>
              <a:spcAft>
                <a:spcPts val="0"/>
              </a:spcAft>
              <a:buSzPts val="2400"/>
              <a:buFont typeface="Lexend"/>
              <a:buNone/>
              <a:defRPr b="1" sz="2400">
                <a:latin typeface="Lexend"/>
                <a:ea typeface="Lexend"/>
                <a:cs typeface="Lexend"/>
                <a:sym typeface="Lexend"/>
              </a:defRPr>
            </a:lvl9pPr>
          </a:lstStyle>
          <a:p/>
        </p:txBody>
      </p:sp>
      <p:sp>
        <p:nvSpPr>
          <p:cNvPr id="2338" name="Google Shape;2338;p25"/>
          <p:cNvSpPr txBox="1"/>
          <p:nvPr>
            <p:ph idx="2" type="subTitle"/>
          </p:nvPr>
        </p:nvSpPr>
        <p:spPr>
          <a:xfrm>
            <a:off x="3756400" y="2649825"/>
            <a:ext cx="16188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Lexend"/>
              <a:buNone/>
              <a:defRPr b="1" sz="2000">
                <a:latin typeface="Lexend"/>
                <a:ea typeface="Lexend"/>
                <a:cs typeface="Lexend"/>
                <a:sym typeface="Lexend"/>
              </a:defRPr>
            </a:lvl1pPr>
            <a:lvl2pPr lvl="1" rtl="0" algn="ctr">
              <a:lnSpc>
                <a:spcPct val="100000"/>
              </a:lnSpc>
              <a:spcBef>
                <a:spcPts val="0"/>
              </a:spcBef>
              <a:spcAft>
                <a:spcPts val="0"/>
              </a:spcAft>
              <a:buSzPts val="2400"/>
              <a:buFont typeface="Lexend"/>
              <a:buNone/>
              <a:defRPr b="1" sz="2400">
                <a:latin typeface="Lexend"/>
                <a:ea typeface="Lexend"/>
                <a:cs typeface="Lexend"/>
                <a:sym typeface="Lexend"/>
              </a:defRPr>
            </a:lvl2pPr>
            <a:lvl3pPr lvl="2" rtl="0" algn="ctr">
              <a:lnSpc>
                <a:spcPct val="100000"/>
              </a:lnSpc>
              <a:spcBef>
                <a:spcPts val="0"/>
              </a:spcBef>
              <a:spcAft>
                <a:spcPts val="0"/>
              </a:spcAft>
              <a:buSzPts val="2400"/>
              <a:buFont typeface="Lexend"/>
              <a:buNone/>
              <a:defRPr b="1" sz="2400">
                <a:latin typeface="Lexend"/>
                <a:ea typeface="Lexend"/>
                <a:cs typeface="Lexend"/>
                <a:sym typeface="Lexend"/>
              </a:defRPr>
            </a:lvl3pPr>
            <a:lvl4pPr lvl="3" rtl="0" algn="ctr">
              <a:lnSpc>
                <a:spcPct val="100000"/>
              </a:lnSpc>
              <a:spcBef>
                <a:spcPts val="0"/>
              </a:spcBef>
              <a:spcAft>
                <a:spcPts val="0"/>
              </a:spcAft>
              <a:buSzPts val="2400"/>
              <a:buFont typeface="Lexend"/>
              <a:buNone/>
              <a:defRPr b="1" sz="2400">
                <a:latin typeface="Lexend"/>
                <a:ea typeface="Lexend"/>
                <a:cs typeface="Lexend"/>
                <a:sym typeface="Lexend"/>
              </a:defRPr>
            </a:lvl4pPr>
            <a:lvl5pPr lvl="4" rtl="0" algn="ctr">
              <a:lnSpc>
                <a:spcPct val="100000"/>
              </a:lnSpc>
              <a:spcBef>
                <a:spcPts val="0"/>
              </a:spcBef>
              <a:spcAft>
                <a:spcPts val="0"/>
              </a:spcAft>
              <a:buSzPts val="2400"/>
              <a:buFont typeface="Lexend"/>
              <a:buNone/>
              <a:defRPr b="1" sz="2400">
                <a:latin typeface="Lexend"/>
                <a:ea typeface="Lexend"/>
                <a:cs typeface="Lexend"/>
                <a:sym typeface="Lexend"/>
              </a:defRPr>
            </a:lvl5pPr>
            <a:lvl6pPr lvl="5" rtl="0" algn="ctr">
              <a:lnSpc>
                <a:spcPct val="100000"/>
              </a:lnSpc>
              <a:spcBef>
                <a:spcPts val="0"/>
              </a:spcBef>
              <a:spcAft>
                <a:spcPts val="0"/>
              </a:spcAft>
              <a:buSzPts val="2400"/>
              <a:buFont typeface="Lexend"/>
              <a:buNone/>
              <a:defRPr b="1" sz="2400">
                <a:latin typeface="Lexend"/>
                <a:ea typeface="Lexend"/>
                <a:cs typeface="Lexend"/>
                <a:sym typeface="Lexend"/>
              </a:defRPr>
            </a:lvl6pPr>
            <a:lvl7pPr lvl="6" rtl="0" algn="ctr">
              <a:lnSpc>
                <a:spcPct val="100000"/>
              </a:lnSpc>
              <a:spcBef>
                <a:spcPts val="0"/>
              </a:spcBef>
              <a:spcAft>
                <a:spcPts val="0"/>
              </a:spcAft>
              <a:buSzPts val="2400"/>
              <a:buFont typeface="Lexend"/>
              <a:buNone/>
              <a:defRPr b="1" sz="2400">
                <a:latin typeface="Lexend"/>
                <a:ea typeface="Lexend"/>
                <a:cs typeface="Lexend"/>
                <a:sym typeface="Lexend"/>
              </a:defRPr>
            </a:lvl7pPr>
            <a:lvl8pPr lvl="7" rtl="0" algn="ctr">
              <a:lnSpc>
                <a:spcPct val="100000"/>
              </a:lnSpc>
              <a:spcBef>
                <a:spcPts val="0"/>
              </a:spcBef>
              <a:spcAft>
                <a:spcPts val="0"/>
              </a:spcAft>
              <a:buSzPts val="2400"/>
              <a:buFont typeface="Lexend"/>
              <a:buNone/>
              <a:defRPr b="1" sz="2400">
                <a:latin typeface="Lexend"/>
                <a:ea typeface="Lexend"/>
                <a:cs typeface="Lexend"/>
                <a:sym typeface="Lexend"/>
              </a:defRPr>
            </a:lvl8pPr>
            <a:lvl9pPr lvl="8" rtl="0" algn="ctr">
              <a:lnSpc>
                <a:spcPct val="100000"/>
              </a:lnSpc>
              <a:spcBef>
                <a:spcPts val="0"/>
              </a:spcBef>
              <a:spcAft>
                <a:spcPts val="0"/>
              </a:spcAft>
              <a:buSzPts val="2400"/>
              <a:buFont typeface="Lexend"/>
              <a:buNone/>
              <a:defRPr b="1" sz="2400">
                <a:latin typeface="Lexend"/>
                <a:ea typeface="Lexend"/>
                <a:cs typeface="Lexend"/>
                <a:sym typeface="Lexend"/>
              </a:defRPr>
            </a:lvl9pPr>
          </a:lstStyle>
          <a:p/>
        </p:txBody>
      </p:sp>
      <p:sp>
        <p:nvSpPr>
          <p:cNvPr id="2339" name="Google Shape;2339;p25"/>
          <p:cNvSpPr txBox="1"/>
          <p:nvPr>
            <p:ph idx="3" type="subTitle"/>
          </p:nvPr>
        </p:nvSpPr>
        <p:spPr>
          <a:xfrm>
            <a:off x="1398075" y="2650875"/>
            <a:ext cx="16188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Lexend"/>
              <a:buNone/>
              <a:defRPr b="1" sz="2000">
                <a:latin typeface="Lexend"/>
                <a:ea typeface="Lexend"/>
                <a:cs typeface="Lexend"/>
                <a:sym typeface="Lexend"/>
              </a:defRPr>
            </a:lvl1pPr>
            <a:lvl2pPr lvl="1" rtl="0" algn="ctr">
              <a:lnSpc>
                <a:spcPct val="100000"/>
              </a:lnSpc>
              <a:spcBef>
                <a:spcPts val="0"/>
              </a:spcBef>
              <a:spcAft>
                <a:spcPts val="0"/>
              </a:spcAft>
              <a:buSzPts val="2400"/>
              <a:buFont typeface="Lexend"/>
              <a:buNone/>
              <a:defRPr b="1" sz="2400">
                <a:latin typeface="Lexend"/>
                <a:ea typeface="Lexend"/>
                <a:cs typeface="Lexend"/>
                <a:sym typeface="Lexend"/>
              </a:defRPr>
            </a:lvl2pPr>
            <a:lvl3pPr lvl="2" rtl="0" algn="ctr">
              <a:lnSpc>
                <a:spcPct val="100000"/>
              </a:lnSpc>
              <a:spcBef>
                <a:spcPts val="0"/>
              </a:spcBef>
              <a:spcAft>
                <a:spcPts val="0"/>
              </a:spcAft>
              <a:buSzPts val="2400"/>
              <a:buFont typeface="Lexend"/>
              <a:buNone/>
              <a:defRPr b="1" sz="2400">
                <a:latin typeface="Lexend"/>
                <a:ea typeface="Lexend"/>
                <a:cs typeface="Lexend"/>
                <a:sym typeface="Lexend"/>
              </a:defRPr>
            </a:lvl3pPr>
            <a:lvl4pPr lvl="3" rtl="0" algn="ctr">
              <a:lnSpc>
                <a:spcPct val="100000"/>
              </a:lnSpc>
              <a:spcBef>
                <a:spcPts val="0"/>
              </a:spcBef>
              <a:spcAft>
                <a:spcPts val="0"/>
              </a:spcAft>
              <a:buSzPts val="2400"/>
              <a:buFont typeface="Lexend"/>
              <a:buNone/>
              <a:defRPr b="1" sz="2400">
                <a:latin typeface="Lexend"/>
                <a:ea typeface="Lexend"/>
                <a:cs typeface="Lexend"/>
                <a:sym typeface="Lexend"/>
              </a:defRPr>
            </a:lvl4pPr>
            <a:lvl5pPr lvl="4" rtl="0" algn="ctr">
              <a:lnSpc>
                <a:spcPct val="100000"/>
              </a:lnSpc>
              <a:spcBef>
                <a:spcPts val="0"/>
              </a:spcBef>
              <a:spcAft>
                <a:spcPts val="0"/>
              </a:spcAft>
              <a:buSzPts val="2400"/>
              <a:buFont typeface="Lexend"/>
              <a:buNone/>
              <a:defRPr b="1" sz="2400">
                <a:latin typeface="Lexend"/>
                <a:ea typeface="Lexend"/>
                <a:cs typeface="Lexend"/>
                <a:sym typeface="Lexend"/>
              </a:defRPr>
            </a:lvl5pPr>
            <a:lvl6pPr lvl="5" rtl="0" algn="ctr">
              <a:lnSpc>
                <a:spcPct val="100000"/>
              </a:lnSpc>
              <a:spcBef>
                <a:spcPts val="0"/>
              </a:spcBef>
              <a:spcAft>
                <a:spcPts val="0"/>
              </a:spcAft>
              <a:buSzPts val="2400"/>
              <a:buFont typeface="Lexend"/>
              <a:buNone/>
              <a:defRPr b="1" sz="2400">
                <a:latin typeface="Lexend"/>
                <a:ea typeface="Lexend"/>
                <a:cs typeface="Lexend"/>
                <a:sym typeface="Lexend"/>
              </a:defRPr>
            </a:lvl6pPr>
            <a:lvl7pPr lvl="6" rtl="0" algn="ctr">
              <a:lnSpc>
                <a:spcPct val="100000"/>
              </a:lnSpc>
              <a:spcBef>
                <a:spcPts val="0"/>
              </a:spcBef>
              <a:spcAft>
                <a:spcPts val="0"/>
              </a:spcAft>
              <a:buSzPts val="2400"/>
              <a:buFont typeface="Lexend"/>
              <a:buNone/>
              <a:defRPr b="1" sz="2400">
                <a:latin typeface="Lexend"/>
                <a:ea typeface="Lexend"/>
                <a:cs typeface="Lexend"/>
                <a:sym typeface="Lexend"/>
              </a:defRPr>
            </a:lvl7pPr>
            <a:lvl8pPr lvl="7" rtl="0" algn="ctr">
              <a:lnSpc>
                <a:spcPct val="100000"/>
              </a:lnSpc>
              <a:spcBef>
                <a:spcPts val="0"/>
              </a:spcBef>
              <a:spcAft>
                <a:spcPts val="0"/>
              </a:spcAft>
              <a:buSzPts val="2400"/>
              <a:buFont typeface="Lexend"/>
              <a:buNone/>
              <a:defRPr b="1" sz="2400">
                <a:latin typeface="Lexend"/>
                <a:ea typeface="Lexend"/>
                <a:cs typeface="Lexend"/>
                <a:sym typeface="Lexend"/>
              </a:defRPr>
            </a:lvl8pPr>
            <a:lvl9pPr lvl="8" rtl="0" algn="ctr">
              <a:lnSpc>
                <a:spcPct val="100000"/>
              </a:lnSpc>
              <a:spcBef>
                <a:spcPts val="0"/>
              </a:spcBef>
              <a:spcAft>
                <a:spcPts val="0"/>
              </a:spcAft>
              <a:buSzPts val="2400"/>
              <a:buFont typeface="Lexend"/>
              <a:buNone/>
              <a:defRPr b="1" sz="2400">
                <a:latin typeface="Lexend"/>
                <a:ea typeface="Lexend"/>
                <a:cs typeface="Lexend"/>
                <a:sym typeface="Lexend"/>
              </a:defRPr>
            </a:lvl9pPr>
          </a:lstStyle>
          <a:p/>
        </p:txBody>
      </p:sp>
      <p:sp>
        <p:nvSpPr>
          <p:cNvPr id="2340" name="Google Shape;2340;p25"/>
          <p:cNvSpPr txBox="1"/>
          <p:nvPr>
            <p:ph idx="4" type="subTitle"/>
          </p:nvPr>
        </p:nvSpPr>
        <p:spPr>
          <a:xfrm>
            <a:off x="1398075" y="2965940"/>
            <a:ext cx="1618800" cy="778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41" name="Google Shape;2341;p25"/>
          <p:cNvSpPr txBox="1"/>
          <p:nvPr>
            <p:ph idx="5" type="subTitle"/>
          </p:nvPr>
        </p:nvSpPr>
        <p:spPr>
          <a:xfrm>
            <a:off x="3756404" y="2964254"/>
            <a:ext cx="1618800" cy="778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42" name="Google Shape;2342;p25"/>
          <p:cNvSpPr txBox="1"/>
          <p:nvPr>
            <p:ph idx="6" type="subTitle"/>
          </p:nvPr>
        </p:nvSpPr>
        <p:spPr>
          <a:xfrm>
            <a:off x="6114997" y="2964455"/>
            <a:ext cx="1618800" cy="778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43" name="Google Shape;2343;p25"/>
          <p:cNvSpPr txBox="1"/>
          <p:nvPr>
            <p:ph type="title"/>
          </p:nvPr>
        </p:nvSpPr>
        <p:spPr>
          <a:xfrm>
            <a:off x="720000" y="502487"/>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44" name="Google Shape;2344;p25"/>
          <p:cNvSpPr txBox="1"/>
          <p:nvPr>
            <p:ph hasCustomPrompt="1" idx="7" type="title"/>
          </p:nvPr>
        </p:nvSpPr>
        <p:spPr>
          <a:xfrm>
            <a:off x="1840550" y="1759549"/>
            <a:ext cx="733500" cy="733500"/>
          </a:xfrm>
          <a:prstGeom prst="rect">
            <a:avLst/>
          </a:prstGeom>
          <a:solidFill>
            <a:schemeClr val="accent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45" name="Google Shape;2345;p25"/>
          <p:cNvSpPr txBox="1"/>
          <p:nvPr>
            <p:ph hasCustomPrompt="1" idx="8" type="title"/>
          </p:nvPr>
        </p:nvSpPr>
        <p:spPr>
          <a:xfrm>
            <a:off x="6558698" y="1759548"/>
            <a:ext cx="731400" cy="731400"/>
          </a:xfrm>
          <a:prstGeom prst="rect">
            <a:avLst/>
          </a:prstGeom>
          <a:solidFill>
            <a:schemeClr val="accent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46" name="Google Shape;2346;p25"/>
          <p:cNvSpPr txBox="1"/>
          <p:nvPr>
            <p:ph hasCustomPrompt="1" idx="9" type="title"/>
          </p:nvPr>
        </p:nvSpPr>
        <p:spPr>
          <a:xfrm>
            <a:off x="4200101" y="1759542"/>
            <a:ext cx="731400" cy="731400"/>
          </a:xfrm>
          <a:prstGeom prst="rect">
            <a:avLst/>
          </a:prstGeom>
          <a:solidFill>
            <a:schemeClr val="accent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47" name="Google Shape;2347;p25"/>
          <p:cNvSpPr/>
          <p:nvPr/>
        </p:nvSpPr>
        <p:spPr>
          <a:xfrm>
            <a:off x="-1747550" y="313020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25"/>
          <p:cNvSpPr/>
          <p:nvPr/>
        </p:nvSpPr>
        <p:spPr>
          <a:xfrm>
            <a:off x="-1415050" y="3503302"/>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49" name="Google Shape;2349;p25"/>
          <p:cNvGrpSpPr/>
          <p:nvPr/>
        </p:nvGrpSpPr>
        <p:grpSpPr>
          <a:xfrm>
            <a:off x="7006339" y="-763750"/>
            <a:ext cx="2564821" cy="1437356"/>
            <a:chOff x="1744950" y="3154900"/>
            <a:chExt cx="662950" cy="371525"/>
          </a:xfrm>
        </p:grpSpPr>
        <p:sp>
          <p:nvSpPr>
            <p:cNvPr id="2350" name="Google Shape;2350;p25"/>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25"/>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25"/>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25"/>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25"/>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25"/>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25"/>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25"/>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25"/>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25"/>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25"/>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25"/>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25"/>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25"/>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25"/>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25"/>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25"/>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25"/>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25"/>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25"/>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25"/>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25"/>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25"/>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25"/>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25"/>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25"/>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25"/>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25"/>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25"/>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25"/>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25"/>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25"/>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25"/>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25"/>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25"/>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25"/>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25"/>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25"/>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25"/>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25"/>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25"/>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25"/>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25"/>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25"/>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25"/>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25"/>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25"/>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25"/>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25"/>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25"/>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25"/>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25"/>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25"/>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25"/>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25"/>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25"/>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25"/>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25"/>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25"/>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25"/>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25"/>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25"/>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25"/>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25"/>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25"/>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25"/>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25"/>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25"/>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25"/>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25"/>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25"/>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25"/>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25"/>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25"/>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25"/>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25"/>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25"/>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25"/>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25"/>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25"/>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25"/>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25"/>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25"/>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25"/>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25"/>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25"/>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25"/>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25"/>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25"/>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25"/>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25"/>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25"/>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25"/>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25"/>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25"/>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25"/>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25"/>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25"/>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25"/>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25"/>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25"/>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25"/>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25"/>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25"/>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25"/>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25"/>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25"/>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25"/>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25"/>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25"/>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25"/>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25"/>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25"/>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25"/>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25"/>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25"/>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25"/>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25"/>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25"/>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25"/>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25"/>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25"/>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25"/>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25"/>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25"/>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25"/>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25"/>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25"/>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25"/>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25"/>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25"/>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25"/>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25"/>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25"/>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25"/>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25"/>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25"/>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25"/>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25"/>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25"/>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25"/>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25"/>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25"/>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25"/>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25"/>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25"/>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25"/>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25"/>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25"/>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25"/>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25"/>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25"/>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25"/>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25"/>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25"/>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25"/>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25"/>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25"/>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25"/>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25"/>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25"/>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25"/>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25"/>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25"/>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25"/>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25"/>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25"/>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25"/>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25"/>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25"/>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1">
    <p:spTree>
      <p:nvGrpSpPr>
        <p:cNvPr id="2520" name="Shape 2520"/>
        <p:cNvGrpSpPr/>
        <p:nvPr/>
      </p:nvGrpSpPr>
      <p:grpSpPr>
        <a:xfrm>
          <a:off x="0" y="0"/>
          <a:ext cx="0" cy="0"/>
          <a:chOff x="0" y="0"/>
          <a:chExt cx="0" cy="0"/>
        </a:xfrm>
      </p:grpSpPr>
      <p:sp>
        <p:nvSpPr>
          <p:cNvPr id="2521" name="Google Shape;2521;p26"/>
          <p:cNvSpPr txBox="1"/>
          <p:nvPr>
            <p:ph idx="1" type="subTitle"/>
          </p:nvPr>
        </p:nvSpPr>
        <p:spPr>
          <a:xfrm>
            <a:off x="5265400" y="2436450"/>
            <a:ext cx="3018900" cy="867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2522" name="Google Shape;2522;p26"/>
          <p:cNvSpPr txBox="1"/>
          <p:nvPr>
            <p:ph type="title"/>
          </p:nvPr>
        </p:nvSpPr>
        <p:spPr>
          <a:xfrm>
            <a:off x="5247700" y="1839150"/>
            <a:ext cx="3018900" cy="5976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SzPts val="3000"/>
              <a:buNone/>
              <a:defRPr/>
            </a:lvl1pPr>
            <a:lvl2pPr lvl="1" rtl="0" algn="r">
              <a:spcBef>
                <a:spcPts val="0"/>
              </a:spcBef>
              <a:spcAft>
                <a:spcPts val="0"/>
              </a:spcAft>
              <a:buSzPts val="3000"/>
              <a:buNone/>
              <a:defRPr/>
            </a:lvl2pPr>
            <a:lvl3pPr lvl="2" rtl="0" algn="r">
              <a:spcBef>
                <a:spcPts val="0"/>
              </a:spcBef>
              <a:spcAft>
                <a:spcPts val="0"/>
              </a:spcAft>
              <a:buSzPts val="3000"/>
              <a:buNone/>
              <a:defRPr/>
            </a:lvl3pPr>
            <a:lvl4pPr lvl="3" rtl="0" algn="r">
              <a:spcBef>
                <a:spcPts val="0"/>
              </a:spcBef>
              <a:spcAft>
                <a:spcPts val="0"/>
              </a:spcAft>
              <a:buSzPts val="3000"/>
              <a:buNone/>
              <a:defRPr/>
            </a:lvl4pPr>
            <a:lvl5pPr lvl="4" rtl="0" algn="r">
              <a:spcBef>
                <a:spcPts val="0"/>
              </a:spcBef>
              <a:spcAft>
                <a:spcPts val="0"/>
              </a:spcAft>
              <a:buSzPts val="3000"/>
              <a:buNone/>
              <a:defRPr/>
            </a:lvl5pPr>
            <a:lvl6pPr lvl="5" rtl="0" algn="r">
              <a:spcBef>
                <a:spcPts val="0"/>
              </a:spcBef>
              <a:spcAft>
                <a:spcPts val="0"/>
              </a:spcAft>
              <a:buSzPts val="3000"/>
              <a:buNone/>
              <a:defRPr/>
            </a:lvl6pPr>
            <a:lvl7pPr lvl="6" rtl="0" algn="r">
              <a:spcBef>
                <a:spcPts val="0"/>
              </a:spcBef>
              <a:spcAft>
                <a:spcPts val="0"/>
              </a:spcAft>
              <a:buSzPts val="3000"/>
              <a:buNone/>
              <a:defRPr/>
            </a:lvl7pPr>
            <a:lvl8pPr lvl="7" rtl="0" algn="r">
              <a:spcBef>
                <a:spcPts val="0"/>
              </a:spcBef>
              <a:spcAft>
                <a:spcPts val="0"/>
              </a:spcAft>
              <a:buSzPts val="3000"/>
              <a:buNone/>
              <a:defRPr/>
            </a:lvl8pPr>
            <a:lvl9pPr lvl="8" rtl="0" algn="r">
              <a:spcBef>
                <a:spcPts val="0"/>
              </a:spcBef>
              <a:spcAft>
                <a:spcPts val="0"/>
              </a:spcAft>
              <a:buSzPts val="3000"/>
              <a:buNone/>
              <a:defRPr/>
            </a:lvl9pPr>
          </a:lstStyle>
          <a:p/>
        </p:txBody>
      </p:sp>
      <p:sp>
        <p:nvSpPr>
          <p:cNvPr id="2523" name="Google Shape;2523;p26"/>
          <p:cNvSpPr/>
          <p:nvPr/>
        </p:nvSpPr>
        <p:spPr>
          <a:xfrm flipH="1">
            <a:off x="5463850" y="294425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26"/>
          <p:cNvSpPr/>
          <p:nvPr/>
        </p:nvSpPr>
        <p:spPr>
          <a:xfrm flipH="1">
            <a:off x="6643628" y="3147327"/>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26"/>
          <p:cNvSpPr/>
          <p:nvPr/>
        </p:nvSpPr>
        <p:spPr>
          <a:xfrm flipH="1" rot="10119323">
            <a:off x="-2251422" y="-1596163"/>
            <a:ext cx="5611021" cy="3984823"/>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26"/>
          <p:cNvSpPr/>
          <p:nvPr/>
        </p:nvSpPr>
        <p:spPr>
          <a:xfrm flipH="1" rot="10800000">
            <a:off x="-1441262" y="-1064588"/>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27" name="Google Shape;2527;p26"/>
          <p:cNvGrpSpPr/>
          <p:nvPr/>
        </p:nvGrpSpPr>
        <p:grpSpPr>
          <a:xfrm>
            <a:off x="-335986" y="4444100"/>
            <a:ext cx="2564821" cy="1437356"/>
            <a:chOff x="1744950" y="3154900"/>
            <a:chExt cx="662950" cy="371525"/>
          </a:xfrm>
        </p:grpSpPr>
        <p:sp>
          <p:nvSpPr>
            <p:cNvPr id="2528" name="Google Shape;2528;p26"/>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26"/>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26"/>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26"/>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26"/>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26"/>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26"/>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26"/>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26"/>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26"/>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26"/>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26"/>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26"/>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26"/>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26"/>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26"/>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26"/>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26"/>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26"/>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26"/>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26"/>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26"/>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26"/>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26"/>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26"/>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26"/>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26"/>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26"/>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26"/>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26"/>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26"/>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26"/>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26"/>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26"/>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26"/>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26"/>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26"/>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26"/>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26"/>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26"/>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26"/>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26"/>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26"/>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26"/>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26"/>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26"/>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26"/>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26"/>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26"/>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26"/>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26"/>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26"/>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26"/>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26"/>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26"/>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26"/>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26"/>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26"/>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26"/>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26"/>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26"/>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26"/>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26"/>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26"/>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26"/>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26"/>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26"/>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26"/>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26"/>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26"/>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26"/>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26"/>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26"/>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26"/>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26"/>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26"/>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26"/>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26"/>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26"/>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26"/>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26"/>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26"/>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26"/>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26"/>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26"/>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26"/>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26"/>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26"/>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26"/>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26"/>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26"/>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26"/>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26"/>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26"/>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26"/>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26"/>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26"/>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26"/>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26"/>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26"/>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26"/>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26"/>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26"/>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26"/>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26"/>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26"/>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26"/>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26"/>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26"/>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26"/>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26"/>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26"/>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26"/>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26"/>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26"/>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26"/>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26"/>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26"/>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26"/>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26"/>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26"/>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26"/>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26"/>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26"/>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26"/>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26"/>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26"/>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26"/>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26"/>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26"/>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26"/>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26"/>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26"/>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26"/>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26"/>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26"/>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26"/>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26"/>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26"/>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26"/>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26"/>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26"/>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26"/>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26"/>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26"/>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26"/>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26"/>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26"/>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26"/>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26"/>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26"/>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26"/>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26"/>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26"/>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26"/>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26"/>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26"/>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26"/>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26"/>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26"/>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26"/>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26"/>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26"/>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26"/>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26"/>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26"/>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26"/>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26"/>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26"/>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26"/>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98" name="Google Shape;2698;p26"/>
          <p:cNvGrpSpPr/>
          <p:nvPr/>
        </p:nvGrpSpPr>
        <p:grpSpPr>
          <a:xfrm>
            <a:off x="6777739" y="-763750"/>
            <a:ext cx="2564821" cy="1437356"/>
            <a:chOff x="1744950" y="3154900"/>
            <a:chExt cx="662950" cy="371525"/>
          </a:xfrm>
        </p:grpSpPr>
        <p:sp>
          <p:nvSpPr>
            <p:cNvPr id="2699" name="Google Shape;2699;p26"/>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26"/>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26"/>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26"/>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26"/>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26"/>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26"/>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26"/>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26"/>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26"/>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26"/>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26"/>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26"/>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26"/>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26"/>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26"/>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26"/>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26"/>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26"/>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26"/>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26"/>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26"/>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26"/>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26"/>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26"/>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26"/>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26"/>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26"/>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26"/>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26"/>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26"/>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26"/>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26"/>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26"/>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26"/>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26"/>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26"/>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26"/>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26"/>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26"/>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26"/>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26"/>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26"/>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26"/>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26"/>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26"/>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26"/>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26"/>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26"/>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26"/>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26"/>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26"/>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26"/>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26"/>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26"/>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26"/>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26"/>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26"/>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26"/>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26"/>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26"/>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26"/>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26"/>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26"/>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26"/>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26"/>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26"/>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26"/>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26"/>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26"/>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26"/>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26"/>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26"/>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26"/>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26"/>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26"/>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26"/>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26"/>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26"/>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26"/>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26"/>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26"/>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26"/>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26"/>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26"/>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26"/>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26"/>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26"/>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26"/>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26"/>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26"/>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26"/>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26"/>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26"/>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26"/>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26"/>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26"/>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26"/>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26"/>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26"/>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26"/>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26"/>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26"/>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26"/>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26"/>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26"/>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26"/>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26"/>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26"/>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26"/>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26"/>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26"/>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26"/>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26"/>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26"/>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26"/>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26"/>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26"/>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26"/>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26"/>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26"/>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26"/>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26"/>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26"/>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26"/>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26"/>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26"/>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26"/>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26"/>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26"/>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26"/>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26"/>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26"/>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26"/>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26"/>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26"/>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26"/>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26"/>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26"/>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26"/>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26"/>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26"/>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26"/>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26"/>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26"/>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26"/>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26"/>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26"/>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26"/>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26"/>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26"/>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26"/>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26"/>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26"/>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26"/>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26"/>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26"/>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26"/>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26"/>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26"/>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26"/>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26"/>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26"/>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26"/>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26"/>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26"/>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26"/>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26"/>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26"/>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26"/>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2869" name="Shape 2869"/>
        <p:cNvGrpSpPr/>
        <p:nvPr/>
      </p:nvGrpSpPr>
      <p:grpSpPr>
        <a:xfrm>
          <a:off x="0" y="0"/>
          <a:ext cx="0" cy="0"/>
          <a:chOff x="0" y="0"/>
          <a:chExt cx="0" cy="0"/>
        </a:xfrm>
      </p:grpSpPr>
      <p:sp>
        <p:nvSpPr>
          <p:cNvPr id="2870" name="Google Shape;2870;p27"/>
          <p:cNvSpPr txBox="1"/>
          <p:nvPr>
            <p:ph idx="1" type="subTitle"/>
          </p:nvPr>
        </p:nvSpPr>
        <p:spPr>
          <a:xfrm>
            <a:off x="1346250" y="3046246"/>
            <a:ext cx="1979700" cy="101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71" name="Google Shape;2871;p27"/>
          <p:cNvSpPr txBox="1"/>
          <p:nvPr>
            <p:ph idx="2" type="subTitle"/>
          </p:nvPr>
        </p:nvSpPr>
        <p:spPr>
          <a:xfrm>
            <a:off x="3582150" y="3046246"/>
            <a:ext cx="1979700" cy="101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72" name="Google Shape;2872;p27"/>
          <p:cNvSpPr txBox="1"/>
          <p:nvPr>
            <p:ph idx="3" type="subTitle"/>
          </p:nvPr>
        </p:nvSpPr>
        <p:spPr>
          <a:xfrm>
            <a:off x="5818000" y="3046246"/>
            <a:ext cx="1979700" cy="101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73" name="Google Shape;2873;p27"/>
          <p:cNvSpPr txBox="1"/>
          <p:nvPr>
            <p:ph type="title"/>
          </p:nvPr>
        </p:nvSpPr>
        <p:spPr>
          <a:xfrm>
            <a:off x="720000" y="511856"/>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2874" name="Google Shape;2874;p27"/>
          <p:cNvSpPr txBox="1"/>
          <p:nvPr>
            <p:ph idx="4" type="subTitle"/>
          </p:nvPr>
        </p:nvSpPr>
        <p:spPr>
          <a:xfrm>
            <a:off x="1346250" y="2731400"/>
            <a:ext cx="19797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Lexend"/>
              <a:buNone/>
              <a:defRPr b="1" sz="2400">
                <a:latin typeface="Lexend"/>
                <a:ea typeface="Lexend"/>
                <a:cs typeface="Lexend"/>
                <a:sym typeface="Lexend"/>
              </a:defRPr>
            </a:lvl1pPr>
            <a:lvl2pPr lvl="1" rtl="0" algn="ctr">
              <a:lnSpc>
                <a:spcPct val="100000"/>
              </a:lnSpc>
              <a:spcBef>
                <a:spcPts val="0"/>
              </a:spcBef>
              <a:spcAft>
                <a:spcPts val="0"/>
              </a:spcAft>
              <a:buSzPts val="2400"/>
              <a:buFont typeface="Lexend"/>
              <a:buNone/>
              <a:defRPr b="1" sz="2400">
                <a:latin typeface="Lexend"/>
                <a:ea typeface="Lexend"/>
                <a:cs typeface="Lexend"/>
                <a:sym typeface="Lexend"/>
              </a:defRPr>
            </a:lvl2pPr>
            <a:lvl3pPr lvl="2" rtl="0" algn="ctr">
              <a:lnSpc>
                <a:spcPct val="100000"/>
              </a:lnSpc>
              <a:spcBef>
                <a:spcPts val="0"/>
              </a:spcBef>
              <a:spcAft>
                <a:spcPts val="0"/>
              </a:spcAft>
              <a:buSzPts val="2400"/>
              <a:buFont typeface="Lexend"/>
              <a:buNone/>
              <a:defRPr b="1" sz="2400">
                <a:latin typeface="Lexend"/>
                <a:ea typeface="Lexend"/>
                <a:cs typeface="Lexend"/>
                <a:sym typeface="Lexend"/>
              </a:defRPr>
            </a:lvl3pPr>
            <a:lvl4pPr lvl="3" rtl="0" algn="ctr">
              <a:lnSpc>
                <a:spcPct val="100000"/>
              </a:lnSpc>
              <a:spcBef>
                <a:spcPts val="0"/>
              </a:spcBef>
              <a:spcAft>
                <a:spcPts val="0"/>
              </a:spcAft>
              <a:buSzPts val="2400"/>
              <a:buFont typeface="Lexend"/>
              <a:buNone/>
              <a:defRPr b="1" sz="2400">
                <a:latin typeface="Lexend"/>
                <a:ea typeface="Lexend"/>
                <a:cs typeface="Lexend"/>
                <a:sym typeface="Lexend"/>
              </a:defRPr>
            </a:lvl4pPr>
            <a:lvl5pPr lvl="4" rtl="0" algn="ctr">
              <a:lnSpc>
                <a:spcPct val="100000"/>
              </a:lnSpc>
              <a:spcBef>
                <a:spcPts val="0"/>
              </a:spcBef>
              <a:spcAft>
                <a:spcPts val="0"/>
              </a:spcAft>
              <a:buSzPts val="2400"/>
              <a:buFont typeface="Lexend"/>
              <a:buNone/>
              <a:defRPr b="1" sz="2400">
                <a:latin typeface="Lexend"/>
                <a:ea typeface="Lexend"/>
                <a:cs typeface="Lexend"/>
                <a:sym typeface="Lexend"/>
              </a:defRPr>
            </a:lvl5pPr>
            <a:lvl6pPr lvl="5" rtl="0" algn="ctr">
              <a:lnSpc>
                <a:spcPct val="100000"/>
              </a:lnSpc>
              <a:spcBef>
                <a:spcPts val="0"/>
              </a:spcBef>
              <a:spcAft>
                <a:spcPts val="0"/>
              </a:spcAft>
              <a:buSzPts val="2400"/>
              <a:buFont typeface="Lexend"/>
              <a:buNone/>
              <a:defRPr b="1" sz="2400">
                <a:latin typeface="Lexend"/>
                <a:ea typeface="Lexend"/>
                <a:cs typeface="Lexend"/>
                <a:sym typeface="Lexend"/>
              </a:defRPr>
            </a:lvl6pPr>
            <a:lvl7pPr lvl="6" rtl="0" algn="ctr">
              <a:lnSpc>
                <a:spcPct val="100000"/>
              </a:lnSpc>
              <a:spcBef>
                <a:spcPts val="0"/>
              </a:spcBef>
              <a:spcAft>
                <a:spcPts val="0"/>
              </a:spcAft>
              <a:buSzPts val="2400"/>
              <a:buFont typeface="Lexend"/>
              <a:buNone/>
              <a:defRPr b="1" sz="2400">
                <a:latin typeface="Lexend"/>
                <a:ea typeface="Lexend"/>
                <a:cs typeface="Lexend"/>
                <a:sym typeface="Lexend"/>
              </a:defRPr>
            </a:lvl7pPr>
            <a:lvl8pPr lvl="7" rtl="0" algn="ctr">
              <a:lnSpc>
                <a:spcPct val="100000"/>
              </a:lnSpc>
              <a:spcBef>
                <a:spcPts val="0"/>
              </a:spcBef>
              <a:spcAft>
                <a:spcPts val="0"/>
              </a:spcAft>
              <a:buSzPts val="2400"/>
              <a:buFont typeface="Lexend"/>
              <a:buNone/>
              <a:defRPr b="1" sz="2400">
                <a:latin typeface="Lexend"/>
                <a:ea typeface="Lexend"/>
                <a:cs typeface="Lexend"/>
                <a:sym typeface="Lexend"/>
              </a:defRPr>
            </a:lvl8pPr>
            <a:lvl9pPr lvl="8" rtl="0" algn="ctr">
              <a:lnSpc>
                <a:spcPct val="100000"/>
              </a:lnSpc>
              <a:spcBef>
                <a:spcPts val="0"/>
              </a:spcBef>
              <a:spcAft>
                <a:spcPts val="0"/>
              </a:spcAft>
              <a:buSzPts val="2400"/>
              <a:buFont typeface="Lexend"/>
              <a:buNone/>
              <a:defRPr b="1" sz="2400">
                <a:latin typeface="Lexend"/>
                <a:ea typeface="Lexend"/>
                <a:cs typeface="Lexend"/>
                <a:sym typeface="Lexend"/>
              </a:defRPr>
            </a:lvl9pPr>
          </a:lstStyle>
          <a:p/>
        </p:txBody>
      </p:sp>
      <p:sp>
        <p:nvSpPr>
          <p:cNvPr id="2875" name="Google Shape;2875;p27"/>
          <p:cNvSpPr txBox="1"/>
          <p:nvPr>
            <p:ph idx="5" type="subTitle"/>
          </p:nvPr>
        </p:nvSpPr>
        <p:spPr>
          <a:xfrm>
            <a:off x="5818000" y="2731400"/>
            <a:ext cx="19797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Lexend"/>
              <a:buNone/>
              <a:defRPr b="1" sz="2400">
                <a:latin typeface="Lexend"/>
                <a:ea typeface="Lexend"/>
                <a:cs typeface="Lexend"/>
                <a:sym typeface="Lexend"/>
              </a:defRPr>
            </a:lvl1pPr>
            <a:lvl2pPr lvl="1" rtl="0" algn="ctr">
              <a:lnSpc>
                <a:spcPct val="100000"/>
              </a:lnSpc>
              <a:spcBef>
                <a:spcPts val="0"/>
              </a:spcBef>
              <a:spcAft>
                <a:spcPts val="0"/>
              </a:spcAft>
              <a:buSzPts val="2400"/>
              <a:buFont typeface="Lexend"/>
              <a:buNone/>
              <a:defRPr b="1" sz="2400">
                <a:latin typeface="Lexend"/>
                <a:ea typeface="Lexend"/>
                <a:cs typeface="Lexend"/>
                <a:sym typeface="Lexend"/>
              </a:defRPr>
            </a:lvl2pPr>
            <a:lvl3pPr lvl="2" rtl="0" algn="ctr">
              <a:lnSpc>
                <a:spcPct val="100000"/>
              </a:lnSpc>
              <a:spcBef>
                <a:spcPts val="0"/>
              </a:spcBef>
              <a:spcAft>
                <a:spcPts val="0"/>
              </a:spcAft>
              <a:buSzPts val="2400"/>
              <a:buFont typeface="Lexend"/>
              <a:buNone/>
              <a:defRPr b="1" sz="2400">
                <a:latin typeface="Lexend"/>
                <a:ea typeface="Lexend"/>
                <a:cs typeface="Lexend"/>
                <a:sym typeface="Lexend"/>
              </a:defRPr>
            </a:lvl3pPr>
            <a:lvl4pPr lvl="3" rtl="0" algn="ctr">
              <a:lnSpc>
                <a:spcPct val="100000"/>
              </a:lnSpc>
              <a:spcBef>
                <a:spcPts val="0"/>
              </a:spcBef>
              <a:spcAft>
                <a:spcPts val="0"/>
              </a:spcAft>
              <a:buSzPts val="2400"/>
              <a:buFont typeface="Lexend"/>
              <a:buNone/>
              <a:defRPr b="1" sz="2400">
                <a:latin typeface="Lexend"/>
                <a:ea typeface="Lexend"/>
                <a:cs typeface="Lexend"/>
                <a:sym typeface="Lexend"/>
              </a:defRPr>
            </a:lvl4pPr>
            <a:lvl5pPr lvl="4" rtl="0" algn="ctr">
              <a:lnSpc>
                <a:spcPct val="100000"/>
              </a:lnSpc>
              <a:spcBef>
                <a:spcPts val="0"/>
              </a:spcBef>
              <a:spcAft>
                <a:spcPts val="0"/>
              </a:spcAft>
              <a:buSzPts val="2400"/>
              <a:buFont typeface="Lexend"/>
              <a:buNone/>
              <a:defRPr b="1" sz="2400">
                <a:latin typeface="Lexend"/>
                <a:ea typeface="Lexend"/>
                <a:cs typeface="Lexend"/>
                <a:sym typeface="Lexend"/>
              </a:defRPr>
            </a:lvl5pPr>
            <a:lvl6pPr lvl="5" rtl="0" algn="ctr">
              <a:lnSpc>
                <a:spcPct val="100000"/>
              </a:lnSpc>
              <a:spcBef>
                <a:spcPts val="0"/>
              </a:spcBef>
              <a:spcAft>
                <a:spcPts val="0"/>
              </a:spcAft>
              <a:buSzPts val="2400"/>
              <a:buFont typeface="Lexend"/>
              <a:buNone/>
              <a:defRPr b="1" sz="2400">
                <a:latin typeface="Lexend"/>
                <a:ea typeface="Lexend"/>
                <a:cs typeface="Lexend"/>
                <a:sym typeface="Lexend"/>
              </a:defRPr>
            </a:lvl6pPr>
            <a:lvl7pPr lvl="6" rtl="0" algn="ctr">
              <a:lnSpc>
                <a:spcPct val="100000"/>
              </a:lnSpc>
              <a:spcBef>
                <a:spcPts val="0"/>
              </a:spcBef>
              <a:spcAft>
                <a:spcPts val="0"/>
              </a:spcAft>
              <a:buSzPts val="2400"/>
              <a:buFont typeface="Lexend"/>
              <a:buNone/>
              <a:defRPr b="1" sz="2400">
                <a:latin typeface="Lexend"/>
                <a:ea typeface="Lexend"/>
                <a:cs typeface="Lexend"/>
                <a:sym typeface="Lexend"/>
              </a:defRPr>
            </a:lvl7pPr>
            <a:lvl8pPr lvl="7" rtl="0" algn="ctr">
              <a:lnSpc>
                <a:spcPct val="100000"/>
              </a:lnSpc>
              <a:spcBef>
                <a:spcPts val="0"/>
              </a:spcBef>
              <a:spcAft>
                <a:spcPts val="0"/>
              </a:spcAft>
              <a:buSzPts val="2400"/>
              <a:buFont typeface="Lexend"/>
              <a:buNone/>
              <a:defRPr b="1" sz="2400">
                <a:latin typeface="Lexend"/>
                <a:ea typeface="Lexend"/>
                <a:cs typeface="Lexend"/>
                <a:sym typeface="Lexend"/>
              </a:defRPr>
            </a:lvl8pPr>
            <a:lvl9pPr lvl="8" rtl="0" algn="ctr">
              <a:lnSpc>
                <a:spcPct val="100000"/>
              </a:lnSpc>
              <a:spcBef>
                <a:spcPts val="0"/>
              </a:spcBef>
              <a:spcAft>
                <a:spcPts val="0"/>
              </a:spcAft>
              <a:buSzPts val="2400"/>
              <a:buFont typeface="Lexend"/>
              <a:buNone/>
              <a:defRPr b="1" sz="2400">
                <a:latin typeface="Lexend"/>
                <a:ea typeface="Lexend"/>
                <a:cs typeface="Lexend"/>
                <a:sym typeface="Lexend"/>
              </a:defRPr>
            </a:lvl9pPr>
          </a:lstStyle>
          <a:p/>
        </p:txBody>
      </p:sp>
      <p:sp>
        <p:nvSpPr>
          <p:cNvPr id="2876" name="Google Shape;2876;p27"/>
          <p:cNvSpPr txBox="1"/>
          <p:nvPr>
            <p:ph idx="6" type="subTitle"/>
          </p:nvPr>
        </p:nvSpPr>
        <p:spPr>
          <a:xfrm>
            <a:off x="3582150" y="2731400"/>
            <a:ext cx="19797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Lexend"/>
              <a:buNone/>
              <a:defRPr b="1" sz="2400">
                <a:latin typeface="Lexend"/>
                <a:ea typeface="Lexend"/>
                <a:cs typeface="Lexend"/>
                <a:sym typeface="Lexend"/>
              </a:defRPr>
            </a:lvl1pPr>
            <a:lvl2pPr lvl="1" rtl="0" algn="ctr">
              <a:lnSpc>
                <a:spcPct val="100000"/>
              </a:lnSpc>
              <a:spcBef>
                <a:spcPts val="0"/>
              </a:spcBef>
              <a:spcAft>
                <a:spcPts val="0"/>
              </a:spcAft>
              <a:buSzPts val="2400"/>
              <a:buFont typeface="Lexend"/>
              <a:buNone/>
              <a:defRPr b="1" sz="2400">
                <a:latin typeface="Lexend"/>
                <a:ea typeface="Lexend"/>
                <a:cs typeface="Lexend"/>
                <a:sym typeface="Lexend"/>
              </a:defRPr>
            </a:lvl2pPr>
            <a:lvl3pPr lvl="2" rtl="0" algn="ctr">
              <a:lnSpc>
                <a:spcPct val="100000"/>
              </a:lnSpc>
              <a:spcBef>
                <a:spcPts val="0"/>
              </a:spcBef>
              <a:spcAft>
                <a:spcPts val="0"/>
              </a:spcAft>
              <a:buSzPts val="2400"/>
              <a:buFont typeface="Lexend"/>
              <a:buNone/>
              <a:defRPr b="1" sz="2400">
                <a:latin typeface="Lexend"/>
                <a:ea typeface="Lexend"/>
                <a:cs typeface="Lexend"/>
                <a:sym typeface="Lexend"/>
              </a:defRPr>
            </a:lvl3pPr>
            <a:lvl4pPr lvl="3" rtl="0" algn="ctr">
              <a:lnSpc>
                <a:spcPct val="100000"/>
              </a:lnSpc>
              <a:spcBef>
                <a:spcPts val="0"/>
              </a:spcBef>
              <a:spcAft>
                <a:spcPts val="0"/>
              </a:spcAft>
              <a:buSzPts val="2400"/>
              <a:buFont typeface="Lexend"/>
              <a:buNone/>
              <a:defRPr b="1" sz="2400">
                <a:latin typeface="Lexend"/>
                <a:ea typeface="Lexend"/>
                <a:cs typeface="Lexend"/>
                <a:sym typeface="Lexend"/>
              </a:defRPr>
            </a:lvl4pPr>
            <a:lvl5pPr lvl="4" rtl="0" algn="ctr">
              <a:lnSpc>
                <a:spcPct val="100000"/>
              </a:lnSpc>
              <a:spcBef>
                <a:spcPts val="0"/>
              </a:spcBef>
              <a:spcAft>
                <a:spcPts val="0"/>
              </a:spcAft>
              <a:buSzPts val="2400"/>
              <a:buFont typeface="Lexend"/>
              <a:buNone/>
              <a:defRPr b="1" sz="2400">
                <a:latin typeface="Lexend"/>
                <a:ea typeface="Lexend"/>
                <a:cs typeface="Lexend"/>
                <a:sym typeface="Lexend"/>
              </a:defRPr>
            </a:lvl5pPr>
            <a:lvl6pPr lvl="5" rtl="0" algn="ctr">
              <a:lnSpc>
                <a:spcPct val="100000"/>
              </a:lnSpc>
              <a:spcBef>
                <a:spcPts val="0"/>
              </a:spcBef>
              <a:spcAft>
                <a:spcPts val="0"/>
              </a:spcAft>
              <a:buSzPts val="2400"/>
              <a:buFont typeface="Lexend"/>
              <a:buNone/>
              <a:defRPr b="1" sz="2400">
                <a:latin typeface="Lexend"/>
                <a:ea typeface="Lexend"/>
                <a:cs typeface="Lexend"/>
                <a:sym typeface="Lexend"/>
              </a:defRPr>
            </a:lvl6pPr>
            <a:lvl7pPr lvl="6" rtl="0" algn="ctr">
              <a:lnSpc>
                <a:spcPct val="100000"/>
              </a:lnSpc>
              <a:spcBef>
                <a:spcPts val="0"/>
              </a:spcBef>
              <a:spcAft>
                <a:spcPts val="0"/>
              </a:spcAft>
              <a:buSzPts val="2400"/>
              <a:buFont typeface="Lexend"/>
              <a:buNone/>
              <a:defRPr b="1" sz="2400">
                <a:latin typeface="Lexend"/>
                <a:ea typeface="Lexend"/>
                <a:cs typeface="Lexend"/>
                <a:sym typeface="Lexend"/>
              </a:defRPr>
            </a:lvl7pPr>
            <a:lvl8pPr lvl="7" rtl="0" algn="ctr">
              <a:lnSpc>
                <a:spcPct val="100000"/>
              </a:lnSpc>
              <a:spcBef>
                <a:spcPts val="0"/>
              </a:spcBef>
              <a:spcAft>
                <a:spcPts val="0"/>
              </a:spcAft>
              <a:buSzPts val="2400"/>
              <a:buFont typeface="Lexend"/>
              <a:buNone/>
              <a:defRPr b="1" sz="2400">
                <a:latin typeface="Lexend"/>
                <a:ea typeface="Lexend"/>
                <a:cs typeface="Lexend"/>
                <a:sym typeface="Lexend"/>
              </a:defRPr>
            </a:lvl8pPr>
            <a:lvl9pPr lvl="8" rtl="0" algn="ctr">
              <a:lnSpc>
                <a:spcPct val="100000"/>
              </a:lnSpc>
              <a:spcBef>
                <a:spcPts val="0"/>
              </a:spcBef>
              <a:spcAft>
                <a:spcPts val="0"/>
              </a:spcAft>
              <a:buSzPts val="2400"/>
              <a:buFont typeface="Lexend"/>
              <a:buNone/>
              <a:defRPr b="1" sz="2400">
                <a:latin typeface="Lexend"/>
                <a:ea typeface="Lexend"/>
                <a:cs typeface="Lexend"/>
                <a:sym typeface="Lexend"/>
              </a:defRPr>
            </a:lvl9pPr>
          </a:lstStyle>
          <a:p/>
        </p:txBody>
      </p:sp>
      <p:sp>
        <p:nvSpPr>
          <p:cNvPr id="2877" name="Google Shape;2877;p27"/>
          <p:cNvSpPr/>
          <p:nvPr/>
        </p:nvSpPr>
        <p:spPr>
          <a:xfrm flipH="1" rot="9342978">
            <a:off x="-2505532" y="-1527128"/>
            <a:ext cx="5611017" cy="3984820"/>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27"/>
          <p:cNvSpPr/>
          <p:nvPr/>
        </p:nvSpPr>
        <p:spPr>
          <a:xfrm flipH="1" rot="9342978">
            <a:off x="-2225076" y="-763758"/>
            <a:ext cx="3901474" cy="3193261"/>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27"/>
          <p:cNvSpPr/>
          <p:nvPr/>
        </p:nvSpPr>
        <p:spPr>
          <a:xfrm flipH="1" rot="-1457022">
            <a:off x="6114718" y="2670322"/>
            <a:ext cx="5611017" cy="3984820"/>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27"/>
          <p:cNvSpPr/>
          <p:nvPr/>
        </p:nvSpPr>
        <p:spPr>
          <a:xfrm flipH="1" rot="-1457022">
            <a:off x="7543804" y="2698511"/>
            <a:ext cx="3901474" cy="3193261"/>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81" name="Google Shape;2881;p27"/>
          <p:cNvGrpSpPr/>
          <p:nvPr/>
        </p:nvGrpSpPr>
        <p:grpSpPr>
          <a:xfrm>
            <a:off x="-412186" y="4520300"/>
            <a:ext cx="2564821" cy="1437356"/>
            <a:chOff x="1744950" y="3154900"/>
            <a:chExt cx="662950" cy="371525"/>
          </a:xfrm>
        </p:grpSpPr>
        <p:sp>
          <p:nvSpPr>
            <p:cNvPr id="2882" name="Google Shape;2882;p27"/>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27"/>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27"/>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27"/>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27"/>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27"/>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27"/>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27"/>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27"/>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27"/>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27"/>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27"/>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27"/>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27"/>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27"/>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27"/>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27"/>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27"/>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27"/>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27"/>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27"/>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27"/>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27"/>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27"/>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27"/>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27"/>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27"/>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27"/>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27"/>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27"/>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27"/>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27"/>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27"/>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27"/>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27"/>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27"/>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27"/>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27"/>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27"/>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27"/>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27"/>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27"/>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27"/>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27"/>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27"/>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27"/>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27"/>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27"/>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27"/>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27"/>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27"/>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27"/>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27"/>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27"/>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27"/>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27"/>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27"/>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27"/>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27"/>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27"/>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27"/>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27"/>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27"/>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27"/>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27"/>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27"/>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27"/>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27"/>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27"/>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27"/>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27"/>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27"/>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27"/>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27"/>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27"/>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27"/>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27"/>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27"/>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27"/>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27"/>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27"/>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27"/>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27"/>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27"/>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27"/>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27"/>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27"/>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27"/>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27"/>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27"/>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27"/>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27"/>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27"/>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27"/>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27"/>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27"/>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27"/>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27"/>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27"/>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27"/>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27"/>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27"/>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27"/>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27"/>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27"/>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27"/>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27"/>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27"/>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27"/>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27"/>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27"/>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27"/>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27"/>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27"/>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27"/>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27"/>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27"/>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27"/>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27"/>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27"/>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27"/>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27"/>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27"/>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27"/>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27"/>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27"/>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27"/>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27"/>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27"/>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27"/>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27"/>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27"/>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27"/>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27"/>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27"/>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27"/>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27"/>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27"/>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27"/>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27"/>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27"/>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27"/>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27"/>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27"/>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27"/>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27"/>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27"/>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27"/>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27"/>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27"/>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27"/>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27"/>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27"/>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27"/>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27"/>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27"/>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27"/>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27"/>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27"/>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27"/>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27"/>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27"/>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27"/>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27"/>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27"/>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27"/>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27"/>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27"/>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27"/>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27"/>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52" name="Google Shape;3052;p27"/>
          <p:cNvGrpSpPr/>
          <p:nvPr/>
        </p:nvGrpSpPr>
        <p:grpSpPr>
          <a:xfrm>
            <a:off x="6853939" y="-763750"/>
            <a:ext cx="2564821" cy="1437356"/>
            <a:chOff x="1744950" y="3154900"/>
            <a:chExt cx="662950" cy="371525"/>
          </a:xfrm>
        </p:grpSpPr>
        <p:sp>
          <p:nvSpPr>
            <p:cNvPr id="3053" name="Google Shape;3053;p27"/>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27"/>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27"/>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27"/>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27"/>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27"/>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27"/>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27"/>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27"/>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27"/>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27"/>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27"/>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27"/>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27"/>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27"/>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27"/>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27"/>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27"/>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27"/>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27"/>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27"/>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27"/>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27"/>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27"/>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27"/>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27"/>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27"/>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27"/>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27"/>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27"/>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27"/>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27"/>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27"/>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27"/>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27"/>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27"/>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27"/>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27"/>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27"/>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27"/>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27"/>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27"/>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27"/>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27"/>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27"/>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27"/>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27"/>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27"/>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27"/>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27"/>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27"/>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27"/>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27"/>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27"/>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27"/>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27"/>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27"/>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27"/>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27"/>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27"/>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27"/>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27"/>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27"/>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27"/>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27"/>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27"/>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27"/>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27"/>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27"/>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27"/>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27"/>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27"/>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27"/>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27"/>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27"/>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27"/>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27"/>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27"/>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27"/>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27"/>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27"/>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27"/>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27"/>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27"/>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27"/>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27"/>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27"/>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27"/>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27"/>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27"/>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27"/>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27"/>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27"/>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27"/>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27"/>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27"/>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27"/>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27"/>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27"/>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27"/>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27"/>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27"/>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27"/>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27"/>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27"/>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27"/>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27"/>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27"/>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27"/>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27"/>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27"/>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27"/>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27"/>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27"/>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27"/>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27"/>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27"/>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27"/>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27"/>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27"/>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27"/>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27"/>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27"/>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27"/>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27"/>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27"/>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27"/>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27"/>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27"/>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27"/>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27"/>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27"/>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27"/>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27"/>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27"/>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27"/>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27"/>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27"/>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27"/>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27"/>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27"/>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27"/>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27"/>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27"/>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27"/>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27"/>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27"/>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27"/>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27"/>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27"/>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27"/>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27"/>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27"/>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27"/>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27"/>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27"/>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27"/>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27"/>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27"/>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27"/>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27"/>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27"/>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27"/>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27"/>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27"/>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27"/>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27"/>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27"/>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27"/>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27"/>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3223" name="Shape 3223"/>
        <p:cNvGrpSpPr/>
        <p:nvPr/>
      </p:nvGrpSpPr>
      <p:grpSpPr>
        <a:xfrm>
          <a:off x="0" y="0"/>
          <a:ext cx="0" cy="0"/>
          <a:chOff x="0" y="0"/>
          <a:chExt cx="0" cy="0"/>
        </a:xfrm>
      </p:grpSpPr>
      <p:sp>
        <p:nvSpPr>
          <p:cNvPr id="3224" name="Google Shape;3224;p28"/>
          <p:cNvSpPr txBox="1"/>
          <p:nvPr>
            <p:ph idx="1" type="subTitle"/>
          </p:nvPr>
        </p:nvSpPr>
        <p:spPr>
          <a:xfrm>
            <a:off x="4658127" y="3991044"/>
            <a:ext cx="2470500" cy="484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3225" name="Google Shape;3225;p28"/>
          <p:cNvSpPr txBox="1"/>
          <p:nvPr>
            <p:ph idx="2" type="subTitle"/>
          </p:nvPr>
        </p:nvSpPr>
        <p:spPr>
          <a:xfrm>
            <a:off x="4658125" y="3690513"/>
            <a:ext cx="2470500" cy="3918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Lexend"/>
              <a:buNone/>
              <a:defRPr b="1" sz="2400">
                <a:latin typeface="Lexend"/>
                <a:ea typeface="Lexend"/>
                <a:cs typeface="Lexend"/>
                <a:sym typeface="Lexend"/>
              </a:defRPr>
            </a:lvl1pPr>
            <a:lvl2pPr lvl="1" rtl="0" algn="r">
              <a:lnSpc>
                <a:spcPct val="100000"/>
              </a:lnSpc>
              <a:spcBef>
                <a:spcPts val="0"/>
              </a:spcBef>
              <a:spcAft>
                <a:spcPts val="0"/>
              </a:spcAft>
              <a:buSzPts val="2400"/>
              <a:buFont typeface="Lexend"/>
              <a:buNone/>
              <a:defRPr b="1" sz="2400">
                <a:latin typeface="Lexend"/>
                <a:ea typeface="Lexend"/>
                <a:cs typeface="Lexend"/>
                <a:sym typeface="Lexend"/>
              </a:defRPr>
            </a:lvl2pPr>
            <a:lvl3pPr lvl="2" rtl="0" algn="r">
              <a:lnSpc>
                <a:spcPct val="100000"/>
              </a:lnSpc>
              <a:spcBef>
                <a:spcPts val="0"/>
              </a:spcBef>
              <a:spcAft>
                <a:spcPts val="0"/>
              </a:spcAft>
              <a:buSzPts val="2400"/>
              <a:buFont typeface="Lexend"/>
              <a:buNone/>
              <a:defRPr b="1" sz="2400">
                <a:latin typeface="Lexend"/>
                <a:ea typeface="Lexend"/>
                <a:cs typeface="Lexend"/>
                <a:sym typeface="Lexend"/>
              </a:defRPr>
            </a:lvl3pPr>
            <a:lvl4pPr lvl="3" rtl="0" algn="r">
              <a:lnSpc>
                <a:spcPct val="100000"/>
              </a:lnSpc>
              <a:spcBef>
                <a:spcPts val="0"/>
              </a:spcBef>
              <a:spcAft>
                <a:spcPts val="0"/>
              </a:spcAft>
              <a:buSzPts val="2400"/>
              <a:buFont typeface="Lexend"/>
              <a:buNone/>
              <a:defRPr b="1" sz="2400">
                <a:latin typeface="Lexend"/>
                <a:ea typeface="Lexend"/>
                <a:cs typeface="Lexend"/>
                <a:sym typeface="Lexend"/>
              </a:defRPr>
            </a:lvl4pPr>
            <a:lvl5pPr lvl="4" rtl="0" algn="r">
              <a:lnSpc>
                <a:spcPct val="100000"/>
              </a:lnSpc>
              <a:spcBef>
                <a:spcPts val="0"/>
              </a:spcBef>
              <a:spcAft>
                <a:spcPts val="0"/>
              </a:spcAft>
              <a:buSzPts val="2400"/>
              <a:buFont typeface="Lexend"/>
              <a:buNone/>
              <a:defRPr b="1" sz="2400">
                <a:latin typeface="Lexend"/>
                <a:ea typeface="Lexend"/>
                <a:cs typeface="Lexend"/>
                <a:sym typeface="Lexend"/>
              </a:defRPr>
            </a:lvl5pPr>
            <a:lvl6pPr lvl="5" rtl="0" algn="r">
              <a:lnSpc>
                <a:spcPct val="100000"/>
              </a:lnSpc>
              <a:spcBef>
                <a:spcPts val="0"/>
              </a:spcBef>
              <a:spcAft>
                <a:spcPts val="0"/>
              </a:spcAft>
              <a:buSzPts val="2400"/>
              <a:buFont typeface="Lexend"/>
              <a:buNone/>
              <a:defRPr b="1" sz="2400">
                <a:latin typeface="Lexend"/>
                <a:ea typeface="Lexend"/>
                <a:cs typeface="Lexend"/>
                <a:sym typeface="Lexend"/>
              </a:defRPr>
            </a:lvl6pPr>
            <a:lvl7pPr lvl="6" rtl="0" algn="r">
              <a:lnSpc>
                <a:spcPct val="100000"/>
              </a:lnSpc>
              <a:spcBef>
                <a:spcPts val="0"/>
              </a:spcBef>
              <a:spcAft>
                <a:spcPts val="0"/>
              </a:spcAft>
              <a:buSzPts val="2400"/>
              <a:buFont typeface="Lexend"/>
              <a:buNone/>
              <a:defRPr b="1" sz="2400">
                <a:latin typeface="Lexend"/>
                <a:ea typeface="Lexend"/>
                <a:cs typeface="Lexend"/>
                <a:sym typeface="Lexend"/>
              </a:defRPr>
            </a:lvl7pPr>
            <a:lvl8pPr lvl="7" rtl="0" algn="r">
              <a:lnSpc>
                <a:spcPct val="100000"/>
              </a:lnSpc>
              <a:spcBef>
                <a:spcPts val="0"/>
              </a:spcBef>
              <a:spcAft>
                <a:spcPts val="0"/>
              </a:spcAft>
              <a:buSzPts val="2400"/>
              <a:buFont typeface="Lexend"/>
              <a:buNone/>
              <a:defRPr b="1" sz="2400">
                <a:latin typeface="Lexend"/>
                <a:ea typeface="Lexend"/>
                <a:cs typeface="Lexend"/>
                <a:sym typeface="Lexend"/>
              </a:defRPr>
            </a:lvl8pPr>
            <a:lvl9pPr lvl="8" rtl="0" algn="r">
              <a:lnSpc>
                <a:spcPct val="100000"/>
              </a:lnSpc>
              <a:spcBef>
                <a:spcPts val="0"/>
              </a:spcBef>
              <a:spcAft>
                <a:spcPts val="0"/>
              </a:spcAft>
              <a:buSzPts val="2400"/>
              <a:buFont typeface="Lexend"/>
              <a:buNone/>
              <a:defRPr b="1" sz="2400">
                <a:latin typeface="Lexend"/>
                <a:ea typeface="Lexend"/>
                <a:cs typeface="Lexend"/>
                <a:sym typeface="Lexend"/>
              </a:defRPr>
            </a:lvl9pPr>
          </a:lstStyle>
          <a:p/>
        </p:txBody>
      </p:sp>
      <p:sp>
        <p:nvSpPr>
          <p:cNvPr id="3226" name="Google Shape;3226;p28"/>
          <p:cNvSpPr txBox="1"/>
          <p:nvPr>
            <p:ph idx="3" type="subTitle"/>
          </p:nvPr>
        </p:nvSpPr>
        <p:spPr>
          <a:xfrm>
            <a:off x="1939175" y="4004844"/>
            <a:ext cx="2470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227" name="Google Shape;3227;p28"/>
          <p:cNvSpPr txBox="1"/>
          <p:nvPr>
            <p:ph idx="4" type="subTitle"/>
          </p:nvPr>
        </p:nvSpPr>
        <p:spPr>
          <a:xfrm>
            <a:off x="1939175" y="3704313"/>
            <a:ext cx="24705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Lexend"/>
              <a:buNone/>
              <a:defRPr b="1" sz="2400">
                <a:latin typeface="Lexend"/>
                <a:ea typeface="Lexend"/>
                <a:cs typeface="Lexend"/>
                <a:sym typeface="Lexend"/>
              </a:defRPr>
            </a:lvl1pPr>
            <a:lvl2pPr lvl="1" rtl="0">
              <a:lnSpc>
                <a:spcPct val="100000"/>
              </a:lnSpc>
              <a:spcBef>
                <a:spcPts val="0"/>
              </a:spcBef>
              <a:spcAft>
                <a:spcPts val="0"/>
              </a:spcAft>
              <a:buSzPts val="2400"/>
              <a:buFont typeface="Lexend"/>
              <a:buNone/>
              <a:defRPr b="1" sz="2400">
                <a:latin typeface="Lexend"/>
                <a:ea typeface="Lexend"/>
                <a:cs typeface="Lexend"/>
                <a:sym typeface="Lexend"/>
              </a:defRPr>
            </a:lvl2pPr>
            <a:lvl3pPr lvl="2" rtl="0">
              <a:lnSpc>
                <a:spcPct val="100000"/>
              </a:lnSpc>
              <a:spcBef>
                <a:spcPts val="0"/>
              </a:spcBef>
              <a:spcAft>
                <a:spcPts val="0"/>
              </a:spcAft>
              <a:buSzPts val="2400"/>
              <a:buFont typeface="Lexend"/>
              <a:buNone/>
              <a:defRPr b="1" sz="2400">
                <a:latin typeface="Lexend"/>
                <a:ea typeface="Lexend"/>
                <a:cs typeface="Lexend"/>
                <a:sym typeface="Lexend"/>
              </a:defRPr>
            </a:lvl3pPr>
            <a:lvl4pPr lvl="3" rtl="0">
              <a:lnSpc>
                <a:spcPct val="100000"/>
              </a:lnSpc>
              <a:spcBef>
                <a:spcPts val="0"/>
              </a:spcBef>
              <a:spcAft>
                <a:spcPts val="0"/>
              </a:spcAft>
              <a:buSzPts val="2400"/>
              <a:buFont typeface="Lexend"/>
              <a:buNone/>
              <a:defRPr b="1" sz="2400">
                <a:latin typeface="Lexend"/>
                <a:ea typeface="Lexend"/>
                <a:cs typeface="Lexend"/>
                <a:sym typeface="Lexend"/>
              </a:defRPr>
            </a:lvl4pPr>
            <a:lvl5pPr lvl="4" rtl="0">
              <a:lnSpc>
                <a:spcPct val="100000"/>
              </a:lnSpc>
              <a:spcBef>
                <a:spcPts val="0"/>
              </a:spcBef>
              <a:spcAft>
                <a:spcPts val="0"/>
              </a:spcAft>
              <a:buSzPts val="2400"/>
              <a:buFont typeface="Lexend"/>
              <a:buNone/>
              <a:defRPr b="1" sz="2400">
                <a:latin typeface="Lexend"/>
                <a:ea typeface="Lexend"/>
                <a:cs typeface="Lexend"/>
                <a:sym typeface="Lexend"/>
              </a:defRPr>
            </a:lvl5pPr>
            <a:lvl6pPr lvl="5" rtl="0">
              <a:lnSpc>
                <a:spcPct val="100000"/>
              </a:lnSpc>
              <a:spcBef>
                <a:spcPts val="0"/>
              </a:spcBef>
              <a:spcAft>
                <a:spcPts val="0"/>
              </a:spcAft>
              <a:buSzPts val="2400"/>
              <a:buFont typeface="Lexend"/>
              <a:buNone/>
              <a:defRPr b="1" sz="2400">
                <a:latin typeface="Lexend"/>
                <a:ea typeface="Lexend"/>
                <a:cs typeface="Lexend"/>
                <a:sym typeface="Lexend"/>
              </a:defRPr>
            </a:lvl6pPr>
            <a:lvl7pPr lvl="6" rtl="0">
              <a:lnSpc>
                <a:spcPct val="100000"/>
              </a:lnSpc>
              <a:spcBef>
                <a:spcPts val="0"/>
              </a:spcBef>
              <a:spcAft>
                <a:spcPts val="0"/>
              </a:spcAft>
              <a:buSzPts val="2400"/>
              <a:buFont typeface="Lexend"/>
              <a:buNone/>
              <a:defRPr b="1" sz="2400">
                <a:latin typeface="Lexend"/>
                <a:ea typeface="Lexend"/>
                <a:cs typeface="Lexend"/>
                <a:sym typeface="Lexend"/>
              </a:defRPr>
            </a:lvl7pPr>
            <a:lvl8pPr lvl="7" rtl="0">
              <a:lnSpc>
                <a:spcPct val="100000"/>
              </a:lnSpc>
              <a:spcBef>
                <a:spcPts val="0"/>
              </a:spcBef>
              <a:spcAft>
                <a:spcPts val="0"/>
              </a:spcAft>
              <a:buSzPts val="2400"/>
              <a:buFont typeface="Lexend"/>
              <a:buNone/>
              <a:defRPr b="1" sz="2400">
                <a:latin typeface="Lexend"/>
                <a:ea typeface="Lexend"/>
                <a:cs typeface="Lexend"/>
                <a:sym typeface="Lexend"/>
              </a:defRPr>
            </a:lvl8pPr>
            <a:lvl9pPr lvl="8" rtl="0">
              <a:lnSpc>
                <a:spcPct val="100000"/>
              </a:lnSpc>
              <a:spcBef>
                <a:spcPts val="0"/>
              </a:spcBef>
              <a:spcAft>
                <a:spcPts val="0"/>
              </a:spcAft>
              <a:buSzPts val="2400"/>
              <a:buFont typeface="Lexend"/>
              <a:buNone/>
              <a:defRPr b="1" sz="2400">
                <a:latin typeface="Lexend"/>
                <a:ea typeface="Lexend"/>
                <a:cs typeface="Lexend"/>
                <a:sym typeface="Lexend"/>
              </a:defRPr>
            </a:lvl9pPr>
          </a:lstStyle>
          <a:p/>
        </p:txBody>
      </p:sp>
      <p:sp>
        <p:nvSpPr>
          <p:cNvPr id="3228" name="Google Shape;3228;p28"/>
          <p:cNvSpPr txBox="1"/>
          <p:nvPr>
            <p:ph idx="5" type="subTitle"/>
          </p:nvPr>
        </p:nvSpPr>
        <p:spPr>
          <a:xfrm>
            <a:off x="1939175" y="1581917"/>
            <a:ext cx="2470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229" name="Google Shape;3229;p28"/>
          <p:cNvSpPr txBox="1"/>
          <p:nvPr>
            <p:ph idx="6" type="subTitle"/>
          </p:nvPr>
        </p:nvSpPr>
        <p:spPr>
          <a:xfrm>
            <a:off x="1955473" y="2805275"/>
            <a:ext cx="2470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230" name="Google Shape;3230;p28"/>
          <p:cNvSpPr txBox="1"/>
          <p:nvPr>
            <p:ph idx="7" type="subTitle"/>
          </p:nvPr>
        </p:nvSpPr>
        <p:spPr>
          <a:xfrm>
            <a:off x="4658125" y="2802166"/>
            <a:ext cx="2470500" cy="484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3231" name="Google Shape;3231;p28"/>
          <p:cNvSpPr txBox="1"/>
          <p:nvPr>
            <p:ph idx="8" type="subTitle"/>
          </p:nvPr>
        </p:nvSpPr>
        <p:spPr>
          <a:xfrm>
            <a:off x="4658127" y="1581917"/>
            <a:ext cx="2470500" cy="484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sp>
        <p:nvSpPr>
          <p:cNvPr id="3232" name="Google Shape;3232;p28"/>
          <p:cNvSpPr txBox="1"/>
          <p:nvPr>
            <p:ph type="title"/>
          </p:nvPr>
        </p:nvSpPr>
        <p:spPr>
          <a:xfrm>
            <a:off x="720000" y="511856"/>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33" name="Google Shape;3233;p28"/>
          <p:cNvSpPr txBox="1"/>
          <p:nvPr>
            <p:ph idx="9" type="subTitle"/>
          </p:nvPr>
        </p:nvSpPr>
        <p:spPr>
          <a:xfrm>
            <a:off x="1939175" y="1280263"/>
            <a:ext cx="24705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Lexend"/>
              <a:buNone/>
              <a:defRPr b="1" sz="2400">
                <a:latin typeface="Lexend"/>
                <a:ea typeface="Lexend"/>
                <a:cs typeface="Lexend"/>
                <a:sym typeface="Lexend"/>
              </a:defRPr>
            </a:lvl1pPr>
            <a:lvl2pPr lvl="1" rtl="0">
              <a:lnSpc>
                <a:spcPct val="100000"/>
              </a:lnSpc>
              <a:spcBef>
                <a:spcPts val="0"/>
              </a:spcBef>
              <a:spcAft>
                <a:spcPts val="0"/>
              </a:spcAft>
              <a:buSzPts val="2400"/>
              <a:buFont typeface="Lexend"/>
              <a:buNone/>
              <a:defRPr b="1" sz="2400">
                <a:latin typeface="Lexend"/>
                <a:ea typeface="Lexend"/>
                <a:cs typeface="Lexend"/>
                <a:sym typeface="Lexend"/>
              </a:defRPr>
            </a:lvl2pPr>
            <a:lvl3pPr lvl="2" rtl="0">
              <a:lnSpc>
                <a:spcPct val="100000"/>
              </a:lnSpc>
              <a:spcBef>
                <a:spcPts val="0"/>
              </a:spcBef>
              <a:spcAft>
                <a:spcPts val="0"/>
              </a:spcAft>
              <a:buSzPts val="2400"/>
              <a:buFont typeface="Lexend"/>
              <a:buNone/>
              <a:defRPr b="1" sz="2400">
                <a:latin typeface="Lexend"/>
                <a:ea typeface="Lexend"/>
                <a:cs typeface="Lexend"/>
                <a:sym typeface="Lexend"/>
              </a:defRPr>
            </a:lvl3pPr>
            <a:lvl4pPr lvl="3" rtl="0">
              <a:lnSpc>
                <a:spcPct val="100000"/>
              </a:lnSpc>
              <a:spcBef>
                <a:spcPts val="0"/>
              </a:spcBef>
              <a:spcAft>
                <a:spcPts val="0"/>
              </a:spcAft>
              <a:buSzPts val="2400"/>
              <a:buFont typeface="Lexend"/>
              <a:buNone/>
              <a:defRPr b="1" sz="2400">
                <a:latin typeface="Lexend"/>
                <a:ea typeface="Lexend"/>
                <a:cs typeface="Lexend"/>
                <a:sym typeface="Lexend"/>
              </a:defRPr>
            </a:lvl4pPr>
            <a:lvl5pPr lvl="4" rtl="0">
              <a:lnSpc>
                <a:spcPct val="100000"/>
              </a:lnSpc>
              <a:spcBef>
                <a:spcPts val="0"/>
              </a:spcBef>
              <a:spcAft>
                <a:spcPts val="0"/>
              </a:spcAft>
              <a:buSzPts val="2400"/>
              <a:buFont typeface="Lexend"/>
              <a:buNone/>
              <a:defRPr b="1" sz="2400">
                <a:latin typeface="Lexend"/>
                <a:ea typeface="Lexend"/>
                <a:cs typeface="Lexend"/>
                <a:sym typeface="Lexend"/>
              </a:defRPr>
            </a:lvl5pPr>
            <a:lvl6pPr lvl="5" rtl="0">
              <a:lnSpc>
                <a:spcPct val="100000"/>
              </a:lnSpc>
              <a:spcBef>
                <a:spcPts val="0"/>
              </a:spcBef>
              <a:spcAft>
                <a:spcPts val="0"/>
              </a:spcAft>
              <a:buSzPts val="2400"/>
              <a:buFont typeface="Lexend"/>
              <a:buNone/>
              <a:defRPr b="1" sz="2400">
                <a:latin typeface="Lexend"/>
                <a:ea typeface="Lexend"/>
                <a:cs typeface="Lexend"/>
                <a:sym typeface="Lexend"/>
              </a:defRPr>
            </a:lvl6pPr>
            <a:lvl7pPr lvl="6" rtl="0">
              <a:lnSpc>
                <a:spcPct val="100000"/>
              </a:lnSpc>
              <a:spcBef>
                <a:spcPts val="0"/>
              </a:spcBef>
              <a:spcAft>
                <a:spcPts val="0"/>
              </a:spcAft>
              <a:buSzPts val="2400"/>
              <a:buFont typeface="Lexend"/>
              <a:buNone/>
              <a:defRPr b="1" sz="2400">
                <a:latin typeface="Lexend"/>
                <a:ea typeface="Lexend"/>
                <a:cs typeface="Lexend"/>
                <a:sym typeface="Lexend"/>
              </a:defRPr>
            </a:lvl7pPr>
            <a:lvl8pPr lvl="7" rtl="0">
              <a:lnSpc>
                <a:spcPct val="100000"/>
              </a:lnSpc>
              <a:spcBef>
                <a:spcPts val="0"/>
              </a:spcBef>
              <a:spcAft>
                <a:spcPts val="0"/>
              </a:spcAft>
              <a:buSzPts val="2400"/>
              <a:buFont typeface="Lexend"/>
              <a:buNone/>
              <a:defRPr b="1" sz="2400">
                <a:latin typeface="Lexend"/>
                <a:ea typeface="Lexend"/>
                <a:cs typeface="Lexend"/>
                <a:sym typeface="Lexend"/>
              </a:defRPr>
            </a:lvl8pPr>
            <a:lvl9pPr lvl="8" rtl="0">
              <a:lnSpc>
                <a:spcPct val="100000"/>
              </a:lnSpc>
              <a:spcBef>
                <a:spcPts val="0"/>
              </a:spcBef>
              <a:spcAft>
                <a:spcPts val="0"/>
              </a:spcAft>
              <a:buSzPts val="2400"/>
              <a:buFont typeface="Lexend"/>
              <a:buNone/>
              <a:defRPr b="1" sz="2400">
                <a:latin typeface="Lexend"/>
                <a:ea typeface="Lexend"/>
                <a:cs typeface="Lexend"/>
                <a:sym typeface="Lexend"/>
              </a:defRPr>
            </a:lvl9pPr>
          </a:lstStyle>
          <a:p/>
        </p:txBody>
      </p:sp>
      <p:sp>
        <p:nvSpPr>
          <p:cNvPr id="3234" name="Google Shape;3234;p28"/>
          <p:cNvSpPr txBox="1"/>
          <p:nvPr>
            <p:ph idx="13" type="subTitle"/>
          </p:nvPr>
        </p:nvSpPr>
        <p:spPr>
          <a:xfrm>
            <a:off x="1954374" y="2499463"/>
            <a:ext cx="24705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Lexend"/>
              <a:buNone/>
              <a:defRPr b="1" sz="2400">
                <a:latin typeface="Lexend"/>
                <a:ea typeface="Lexend"/>
                <a:cs typeface="Lexend"/>
                <a:sym typeface="Lexend"/>
              </a:defRPr>
            </a:lvl1pPr>
            <a:lvl2pPr lvl="1" rtl="0">
              <a:lnSpc>
                <a:spcPct val="100000"/>
              </a:lnSpc>
              <a:spcBef>
                <a:spcPts val="0"/>
              </a:spcBef>
              <a:spcAft>
                <a:spcPts val="0"/>
              </a:spcAft>
              <a:buSzPts val="2400"/>
              <a:buFont typeface="Lexend"/>
              <a:buNone/>
              <a:defRPr b="1" sz="2400">
                <a:latin typeface="Lexend"/>
                <a:ea typeface="Lexend"/>
                <a:cs typeface="Lexend"/>
                <a:sym typeface="Lexend"/>
              </a:defRPr>
            </a:lvl2pPr>
            <a:lvl3pPr lvl="2" rtl="0">
              <a:lnSpc>
                <a:spcPct val="100000"/>
              </a:lnSpc>
              <a:spcBef>
                <a:spcPts val="0"/>
              </a:spcBef>
              <a:spcAft>
                <a:spcPts val="0"/>
              </a:spcAft>
              <a:buSzPts val="2400"/>
              <a:buFont typeface="Lexend"/>
              <a:buNone/>
              <a:defRPr b="1" sz="2400">
                <a:latin typeface="Lexend"/>
                <a:ea typeface="Lexend"/>
                <a:cs typeface="Lexend"/>
                <a:sym typeface="Lexend"/>
              </a:defRPr>
            </a:lvl3pPr>
            <a:lvl4pPr lvl="3" rtl="0">
              <a:lnSpc>
                <a:spcPct val="100000"/>
              </a:lnSpc>
              <a:spcBef>
                <a:spcPts val="0"/>
              </a:spcBef>
              <a:spcAft>
                <a:spcPts val="0"/>
              </a:spcAft>
              <a:buSzPts val="2400"/>
              <a:buFont typeface="Lexend"/>
              <a:buNone/>
              <a:defRPr b="1" sz="2400">
                <a:latin typeface="Lexend"/>
                <a:ea typeface="Lexend"/>
                <a:cs typeface="Lexend"/>
                <a:sym typeface="Lexend"/>
              </a:defRPr>
            </a:lvl4pPr>
            <a:lvl5pPr lvl="4" rtl="0">
              <a:lnSpc>
                <a:spcPct val="100000"/>
              </a:lnSpc>
              <a:spcBef>
                <a:spcPts val="0"/>
              </a:spcBef>
              <a:spcAft>
                <a:spcPts val="0"/>
              </a:spcAft>
              <a:buSzPts val="2400"/>
              <a:buFont typeface="Lexend"/>
              <a:buNone/>
              <a:defRPr b="1" sz="2400">
                <a:latin typeface="Lexend"/>
                <a:ea typeface="Lexend"/>
                <a:cs typeface="Lexend"/>
                <a:sym typeface="Lexend"/>
              </a:defRPr>
            </a:lvl5pPr>
            <a:lvl6pPr lvl="5" rtl="0">
              <a:lnSpc>
                <a:spcPct val="100000"/>
              </a:lnSpc>
              <a:spcBef>
                <a:spcPts val="0"/>
              </a:spcBef>
              <a:spcAft>
                <a:spcPts val="0"/>
              </a:spcAft>
              <a:buSzPts val="2400"/>
              <a:buFont typeface="Lexend"/>
              <a:buNone/>
              <a:defRPr b="1" sz="2400">
                <a:latin typeface="Lexend"/>
                <a:ea typeface="Lexend"/>
                <a:cs typeface="Lexend"/>
                <a:sym typeface="Lexend"/>
              </a:defRPr>
            </a:lvl6pPr>
            <a:lvl7pPr lvl="6" rtl="0">
              <a:lnSpc>
                <a:spcPct val="100000"/>
              </a:lnSpc>
              <a:spcBef>
                <a:spcPts val="0"/>
              </a:spcBef>
              <a:spcAft>
                <a:spcPts val="0"/>
              </a:spcAft>
              <a:buSzPts val="2400"/>
              <a:buFont typeface="Lexend"/>
              <a:buNone/>
              <a:defRPr b="1" sz="2400">
                <a:latin typeface="Lexend"/>
                <a:ea typeface="Lexend"/>
                <a:cs typeface="Lexend"/>
                <a:sym typeface="Lexend"/>
              </a:defRPr>
            </a:lvl7pPr>
            <a:lvl8pPr lvl="7" rtl="0">
              <a:lnSpc>
                <a:spcPct val="100000"/>
              </a:lnSpc>
              <a:spcBef>
                <a:spcPts val="0"/>
              </a:spcBef>
              <a:spcAft>
                <a:spcPts val="0"/>
              </a:spcAft>
              <a:buSzPts val="2400"/>
              <a:buFont typeface="Lexend"/>
              <a:buNone/>
              <a:defRPr b="1" sz="2400">
                <a:latin typeface="Lexend"/>
                <a:ea typeface="Lexend"/>
                <a:cs typeface="Lexend"/>
                <a:sym typeface="Lexend"/>
              </a:defRPr>
            </a:lvl8pPr>
            <a:lvl9pPr lvl="8" rtl="0">
              <a:lnSpc>
                <a:spcPct val="100000"/>
              </a:lnSpc>
              <a:spcBef>
                <a:spcPts val="0"/>
              </a:spcBef>
              <a:spcAft>
                <a:spcPts val="0"/>
              </a:spcAft>
              <a:buSzPts val="2400"/>
              <a:buFont typeface="Lexend"/>
              <a:buNone/>
              <a:defRPr b="1" sz="2400">
                <a:latin typeface="Lexend"/>
                <a:ea typeface="Lexend"/>
                <a:cs typeface="Lexend"/>
                <a:sym typeface="Lexend"/>
              </a:defRPr>
            </a:lvl9pPr>
          </a:lstStyle>
          <a:p/>
        </p:txBody>
      </p:sp>
      <p:sp>
        <p:nvSpPr>
          <p:cNvPr id="3235" name="Google Shape;3235;p28"/>
          <p:cNvSpPr txBox="1"/>
          <p:nvPr>
            <p:ph idx="14" type="subTitle"/>
          </p:nvPr>
        </p:nvSpPr>
        <p:spPr>
          <a:xfrm>
            <a:off x="4658125" y="1280263"/>
            <a:ext cx="2470500" cy="3918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Lexend"/>
              <a:buNone/>
              <a:defRPr b="1" sz="2400">
                <a:latin typeface="Lexend"/>
                <a:ea typeface="Lexend"/>
                <a:cs typeface="Lexend"/>
                <a:sym typeface="Lexend"/>
              </a:defRPr>
            </a:lvl1pPr>
            <a:lvl2pPr lvl="1" rtl="0" algn="r">
              <a:lnSpc>
                <a:spcPct val="100000"/>
              </a:lnSpc>
              <a:spcBef>
                <a:spcPts val="0"/>
              </a:spcBef>
              <a:spcAft>
                <a:spcPts val="0"/>
              </a:spcAft>
              <a:buSzPts val="2400"/>
              <a:buFont typeface="Lexend"/>
              <a:buNone/>
              <a:defRPr b="1" sz="2400">
                <a:latin typeface="Lexend"/>
                <a:ea typeface="Lexend"/>
                <a:cs typeface="Lexend"/>
                <a:sym typeface="Lexend"/>
              </a:defRPr>
            </a:lvl2pPr>
            <a:lvl3pPr lvl="2" rtl="0" algn="r">
              <a:lnSpc>
                <a:spcPct val="100000"/>
              </a:lnSpc>
              <a:spcBef>
                <a:spcPts val="0"/>
              </a:spcBef>
              <a:spcAft>
                <a:spcPts val="0"/>
              </a:spcAft>
              <a:buSzPts val="2400"/>
              <a:buFont typeface="Lexend"/>
              <a:buNone/>
              <a:defRPr b="1" sz="2400">
                <a:latin typeface="Lexend"/>
                <a:ea typeface="Lexend"/>
                <a:cs typeface="Lexend"/>
                <a:sym typeface="Lexend"/>
              </a:defRPr>
            </a:lvl3pPr>
            <a:lvl4pPr lvl="3" rtl="0" algn="r">
              <a:lnSpc>
                <a:spcPct val="100000"/>
              </a:lnSpc>
              <a:spcBef>
                <a:spcPts val="0"/>
              </a:spcBef>
              <a:spcAft>
                <a:spcPts val="0"/>
              </a:spcAft>
              <a:buSzPts val="2400"/>
              <a:buFont typeface="Lexend"/>
              <a:buNone/>
              <a:defRPr b="1" sz="2400">
                <a:latin typeface="Lexend"/>
                <a:ea typeface="Lexend"/>
                <a:cs typeface="Lexend"/>
                <a:sym typeface="Lexend"/>
              </a:defRPr>
            </a:lvl4pPr>
            <a:lvl5pPr lvl="4" rtl="0" algn="r">
              <a:lnSpc>
                <a:spcPct val="100000"/>
              </a:lnSpc>
              <a:spcBef>
                <a:spcPts val="0"/>
              </a:spcBef>
              <a:spcAft>
                <a:spcPts val="0"/>
              </a:spcAft>
              <a:buSzPts val="2400"/>
              <a:buFont typeface="Lexend"/>
              <a:buNone/>
              <a:defRPr b="1" sz="2400">
                <a:latin typeface="Lexend"/>
                <a:ea typeface="Lexend"/>
                <a:cs typeface="Lexend"/>
                <a:sym typeface="Lexend"/>
              </a:defRPr>
            </a:lvl5pPr>
            <a:lvl6pPr lvl="5" rtl="0" algn="r">
              <a:lnSpc>
                <a:spcPct val="100000"/>
              </a:lnSpc>
              <a:spcBef>
                <a:spcPts val="0"/>
              </a:spcBef>
              <a:spcAft>
                <a:spcPts val="0"/>
              </a:spcAft>
              <a:buSzPts val="2400"/>
              <a:buFont typeface="Lexend"/>
              <a:buNone/>
              <a:defRPr b="1" sz="2400">
                <a:latin typeface="Lexend"/>
                <a:ea typeface="Lexend"/>
                <a:cs typeface="Lexend"/>
                <a:sym typeface="Lexend"/>
              </a:defRPr>
            </a:lvl6pPr>
            <a:lvl7pPr lvl="6" rtl="0" algn="r">
              <a:lnSpc>
                <a:spcPct val="100000"/>
              </a:lnSpc>
              <a:spcBef>
                <a:spcPts val="0"/>
              </a:spcBef>
              <a:spcAft>
                <a:spcPts val="0"/>
              </a:spcAft>
              <a:buSzPts val="2400"/>
              <a:buFont typeface="Lexend"/>
              <a:buNone/>
              <a:defRPr b="1" sz="2400">
                <a:latin typeface="Lexend"/>
                <a:ea typeface="Lexend"/>
                <a:cs typeface="Lexend"/>
                <a:sym typeface="Lexend"/>
              </a:defRPr>
            </a:lvl7pPr>
            <a:lvl8pPr lvl="7" rtl="0" algn="r">
              <a:lnSpc>
                <a:spcPct val="100000"/>
              </a:lnSpc>
              <a:spcBef>
                <a:spcPts val="0"/>
              </a:spcBef>
              <a:spcAft>
                <a:spcPts val="0"/>
              </a:spcAft>
              <a:buSzPts val="2400"/>
              <a:buFont typeface="Lexend"/>
              <a:buNone/>
              <a:defRPr b="1" sz="2400">
                <a:latin typeface="Lexend"/>
                <a:ea typeface="Lexend"/>
                <a:cs typeface="Lexend"/>
                <a:sym typeface="Lexend"/>
              </a:defRPr>
            </a:lvl8pPr>
            <a:lvl9pPr lvl="8" rtl="0" algn="r">
              <a:lnSpc>
                <a:spcPct val="100000"/>
              </a:lnSpc>
              <a:spcBef>
                <a:spcPts val="0"/>
              </a:spcBef>
              <a:spcAft>
                <a:spcPts val="0"/>
              </a:spcAft>
              <a:buSzPts val="2400"/>
              <a:buFont typeface="Lexend"/>
              <a:buNone/>
              <a:defRPr b="1" sz="2400">
                <a:latin typeface="Lexend"/>
                <a:ea typeface="Lexend"/>
                <a:cs typeface="Lexend"/>
                <a:sym typeface="Lexend"/>
              </a:defRPr>
            </a:lvl9pPr>
          </a:lstStyle>
          <a:p/>
        </p:txBody>
      </p:sp>
      <p:sp>
        <p:nvSpPr>
          <p:cNvPr id="3236" name="Google Shape;3236;p28"/>
          <p:cNvSpPr txBox="1"/>
          <p:nvPr>
            <p:ph idx="15" type="subTitle"/>
          </p:nvPr>
        </p:nvSpPr>
        <p:spPr>
          <a:xfrm>
            <a:off x="4658125" y="2501175"/>
            <a:ext cx="2470500" cy="3918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Lexend"/>
              <a:buNone/>
              <a:defRPr b="1" sz="2400">
                <a:latin typeface="Lexend"/>
                <a:ea typeface="Lexend"/>
                <a:cs typeface="Lexend"/>
                <a:sym typeface="Lexend"/>
              </a:defRPr>
            </a:lvl1pPr>
            <a:lvl2pPr lvl="1" rtl="0" algn="r">
              <a:lnSpc>
                <a:spcPct val="100000"/>
              </a:lnSpc>
              <a:spcBef>
                <a:spcPts val="0"/>
              </a:spcBef>
              <a:spcAft>
                <a:spcPts val="0"/>
              </a:spcAft>
              <a:buSzPts val="2400"/>
              <a:buFont typeface="Lexend"/>
              <a:buNone/>
              <a:defRPr b="1" sz="2400">
                <a:latin typeface="Lexend"/>
                <a:ea typeface="Lexend"/>
                <a:cs typeface="Lexend"/>
                <a:sym typeface="Lexend"/>
              </a:defRPr>
            </a:lvl2pPr>
            <a:lvl3pPr lvl="2" rtl="0" algn="r">
              <a:lnSpc>
                <a:spcPct val="100000"/>
              </a:lnSpc>
              <a:spcBef>
                <a:spcPts val="0"/>
              </a:spcBef>
              <a:spcAft>
                <a:spcPts val="0"/>
              </a:spcAft>
              <a:buSzPts val="2400"/>
              <a:buFont typeface="Lexend"/>
              <a:buNone/>
              <a:defRPr b="1" sz="2400">
                <a:latin typeface="Lexend"/>
                <a:ea typeface="Lexend"/>
                <a:cs typeface="Lexend"/>
                <a:sym typeface="Lexend"/>
              </a:defRPr>
            </a:lvl3pPr>
            <a:lvl4pPr lvl="3" rtl="0" algn="r">
              <a:lnSpc>
                <a:spcPct val="100000"/>
              </a:lnSpc>
              <a:spcBef>
                <a:spcPts val="0"/>
              </a:spcBef>
              <a:spcAft>
                <a:spcPts val="0"/>
              </a:spcAft>
              <a:buSzPts val="2400"/>
              <a:buFont typeface="Lexend"/>
              <a:buNone/>
              <a:defRPr b="1" sz="2400">
                <a:latin typeface="Lexend"/>
                <a:ea typeface="Lexend"/>
                <a:cs typeface="Lexend"/>
                <a:sym typeface="Lexend"/>
              </a:defRPr>
            </a:lvl4pPr>
            <a:lvl5pPr lvl="4" rtl="0" algn="r">
              <a:lnSpc>
                <a:spcPct val="100000"/>
              </a:lnSpc>
              <a:spcBef>
                <a:spcPts val="0"/>
              </a:spcBef>
              <a:spcAft>
                <a:spcPts val="0"/>
              </a:spcAft>
              <a:buSzPts val="2400"/>
              <a:buFont typeface="Lexend"/>
              <a:buNone/>
              <a:defRPr b="1" sz="2400">
                <a:latin typeface="Lexend"/>
                <a:ea typeface="Lexend"/>
                <a:cs typeface="Lexend"/>
                <a:sym typeface="Lexend"/>
              </a:defRPr>
            </a:lvl5pPr>
            <a:lvl6pPr lvl="5" rtl="0" algn="r">
              <a:lnSpc>
                <a:spcPct val="100000"/>
              </a:lnSpc>
              <a:spcBef>
                <a:spcPts val="0"/>
              </a:spcBef>
              <a:spcAft>
                <a:spcPts val="0"/>
              </a:spcAft>
              <a:buSzPts val="2400"/>
              <a:buFont typeface="Lexend"/>
              <a:buNone/>
              <a:defRPr b="1" sz="2400">
                <a:latin typeface="Lexend"/>
                <a:ea typeface="Lexend"/>
                <a:cs typeface="Lexend"/>
                <a:sym typeface="Lexend"/>
              </a:defRPr>
            </a:lvl6pPr>
            <a:lvl7pPr lvl="6" rtl="0" algn="r">
              <a:lnSpc>
                <a:spcPct val="100000"/>
              </a:lnSpc>
              <a:spcBef>
                <a:spcPts val="0"/>
              </a:spcBef>
              <a:spcAft>
                <a:spcPts val="0"/>
              </a:spcAft>
              <a:buSzPts val="2400"/>
              <a:buFont typeface="Lexend"/>
              <a:buNone/>
              <a:defRPr b="1" sz="2400">
                <a:latin typeface="Lexend"/>
                <a:ea typeface="Lexend"/>
                <a:cs typeface="Lexend"/>
                <a:sym typeface="Lexend"/>
              </a:defRPr>
            </a:lvl7pPr>
            <a:lvl8pPr lvl="7" rtl="0" algn="r">
              <a:lnSpc>
                <a:spcPct val="100000"/>
              </a:lnSpc>
              <a:spcBef>
                <a:spcPts val="0"/>
              </a:spcBef>
              <a:spcAft>
                <a:spcPts val="0"/>
              </a:spcAft>
              <a:buSzPts val="2400"/>
              <a:buFont typeface="Lexend"/>
              <a:buNone/>
              <a:defRPr b="1" sz="2400">
                <a:latin typeface="Lexend"/>
                <a:ea typeface="Lexend"/>
                <a:cs typeface="Lexend"/>
                <a:sym typeface="Lexend"/>
              </a:defRPr>
            </a:lvl8pPr>
            <a:lvl9pPr lvl="8" rtl="0" algn="r">
              <a:lnSpc>
                <a:spcPct val="100000"/>
              </a:lnSpc>
              <a:spcBef>
                <a:spcPts val="0"/>
              </a:spcBef>
              <a:spcAft>
                <a:spcPts val="0"/>
              </a:spcAft>
              <a:buSzPts val="2400"/>
              <a:buFont typeface="Lexend"/>
              <a:buNone/>
              <a:defRPr b="1" sz="2400">
                <a:latin typeface="Lexend"/>
                <a:ea typeface="Lexend"/>
                <a:cs typeface="Lexend"/>
                <a:sym typeface="Lexend"/>
              </a:defRPr>
            </a:lvl9pPr>
          </a:lstStyle>
          <a:p/>
        </p:txBody>
      </p:sp>
      <p:sp>
        <p:nvSpPr>
          <p:cNvPr id="3237" name="Google Shape;3237;p28"/>
          <p:cNvSpPr/>
          <p:nvPr/>
        </p:nvSpPr>
        <p:spPr>
          <a:xfrm rot="1457022">
            <a:off x="-2505532" y="2968672"/>
            <a:ext cx="5611017" cy="3984820"/>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28"/>
          <p:cNvSpPr/>
          <p:nvPr/>
        </p:nvSpPr>
        <p:spPr>
          <a:xfrm rot="1457022">
            <a:off x="-2225076" y="2996861"/>
            <a:ext cx="3901474" cy="3193261"/>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39" name="Google Shape;3239;p28"/>
          <p:cNvGrpSpPr/>
          <p:nvPr/>
        </p:nvGrpSpPr>
        <p:grpSpPr>
          <a:xfrm>
            <a:off x="6853939" y="-763750"/>
            <a:ext cx="2564821" cy="1437356"/>
            <a:chOff x="1744950" y="3154900"/>
            <a:chExt cx="662950" cy="371525"/>
          </a:xfrm>
        </p:grpSpPr>
        <p:sp>
          <p:nvSpPr>
            <p:cNvPr id="3240" name="Google Shape;3240;p28"/>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28"/>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28"/>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28"/>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28"/>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28"/>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28"/>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28"/>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28"/>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28"/>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28"/>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28"/>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28"/>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28"/>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28"/>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28"/>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28"/>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28"/>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28"/>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28"/>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28"/>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28"/>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28"/>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28"/>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28"/>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28"/>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28"/>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28"/>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28"/>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28"/>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28"/>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28"/>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28"/>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28"/>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28"/>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28"/>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28"/>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28"/>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28"/>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28"/>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28"/>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28"/>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28"/>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28"/>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28"/>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28"/>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28"/>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28"/>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28"/>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28"/>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28"/>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28"/>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28"/>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28"/>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28"/>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28"/>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28"/>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28"/>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28"/>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28"/>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28"/>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28"/>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28"/>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28"/>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28"/>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28"/>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28"/>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28"/>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28"/>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28"/>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28"/>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28"/>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28"/>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28"/>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28"/>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28"/>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28"/>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28"/>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28"/>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28"/>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28"/>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28"/>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28"/>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28"/>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28"/>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28"/>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28"/>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28"/>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28"/>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28"/>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28"/>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28"/>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28"/>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28"/>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28"/>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28"/>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28"/>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28"/>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28"/>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28"/>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28"/>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28"/>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28"/>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28"/>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28"/>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28"/>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28"/>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28"/>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28"/>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28"/>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28"/>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28"/>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28"/>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28"/>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28"/>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28"/>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28"/>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28"/>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28"/>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28"/>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28"/>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28"/>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28"/>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28"/>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28"/>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28"/>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28"/>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28"/>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28"/>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28"/>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28"/>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28"/>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28"/>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28"/>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28"/>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28"/>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28"/>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28"/>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28"/>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28"/>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28"/>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28"/>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28"/>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28"/>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28"/>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28"/>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28"/>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28"/>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28"/>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28"/>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28"/>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28"/>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28"/>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28"/>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28"/>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28"/>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28"/>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28"/>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28"/>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28"/>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28"/>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28"/>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28"/>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28"/>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28"/>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28"/>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28"/>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28"/>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28"/>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28"/>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3410" name="Shape 3410"/>
        <p:cNvGrpSpPr/>
        <p:nvPr/>
      </p:nvGrpSpPr>
      <p:grpSpPr>
        <a:xfrm>
          <a:off x="0" y="0"/>
          <a:ext cx="0" cy="0"/>
          <a:chOff x="0" y="0"/>
          <a:chExt cx="0" cy="0"/>
        </a:xfrm>
      </p:grpSpPr>
      <p:sp>
        <p:nvSpPr>
          <p:cNvPr id="3411" name="Google Shape;3411;p29"/>
          <p:cNvSpPr txBox="1"/>
          <p:nvPr>
            <p:ph hasCustomPrompt="1" type="title"/>
          </p:nvPr>
        </p:nvSpPr>
        <p:spPr>
          <a:xfrm>
            <a:off x="1848000" y="1305012"/>
            <a:ext cx="5448000" cy="75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5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3412" name="Google Shape;3412;p29"/>
          <p:cNvSpPr txBox="1"/>
          <p:nvPr>
            <p:ph idx="1" type="subTitle"/>
          </p:nvPr>
        </p:nvSpPr>
        <p:spPr>
          <a:xfrm>
            <a:off x="1848000" y="2021163"/>
            <a:ext cx="5448000" cy="309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13" name="Google Shape;3413;p29"/>
          <p:cNvSpPr txBox="1"/>
          <p:nvPr>
            <p:ph hasCustomPrompt="1" idx="2" type="title"/>
          </p:nvPr>
        </p:nvSpPr>
        <p:spPr>
          <a:xfrm>
            <a:off x="1848000" y="2850591"/>
            <a:ext cx="5448000" cy="75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5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3414" name="Google Shape;3414;p29"/>
          <p:cNvSpPr txBox="1"/>
          <p:nvPr>
            <p:ph idx="3" type="subTitle"/>
          </p:nvPr>
        </p:nvSpPr>
        <p:spPr>
          <a:xfrm>
            <a:off x="1848000" y="3537307"/>
            <a:ext cx="5448000" cy="309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15" name="Google Shape;3415;p29"/>
          <p:cNvSpPr/>
          <p:nvPr/>
        </p:nvSpPr>
        <p:spPr>
          <a:xfrm flipH="1" rot="10800000">
            <a:off x="-2093975" y="-178785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29"/>
          <p:cNvSpPr/>
          <p:nvPr/>
        </p:nvSpPr>
        <p:spPr>
          <a:xfrm flipH="1" rot="10800000">
            <a:off x="-1913875" y="-1140788"/>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29"/>
          <p:cNvSpPr/>
          <p:nvPr/>
        </p:nvSpPr>
        <p:spPr>
          <a:xfrm flipH="1">
            <a:off x="5465275" y="313020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29"/>
          <p:cNvSpPr/>
          <p:nvPr/>
        </p:nvSpPr>
        <p:spPr>
          <a:xfrm flipH="1">
            <a:off x="6994728" y="3427102"/>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19" name="Google Shape;3419;p29"/>
          <p:cNvGrpSpPr/>
          <p:nvPr/>
        </p:nvGrpSpPr>
        <p:grpSpPr>
          <a:xfrm>
            <a:off x="-335986" y="4444100"/>
            <a:ext cx="2564821" cy="1437356"/>
            <a:chOff x="1744950" y="3154900"/>
            <a:chExt cx="662950" cy="371525"/>
          </a:xfrm>
        </p:grpSpPr>
        <p:sp>
          <p:nvSpPr>
            <p:cNvPr id="3420" name="Google Shape;3420;p29"/>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29"/>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29"/>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29"/>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29"/>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29"/>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29"/>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29"/>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29"/>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29"/>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29"/>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29"/>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29"/>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29"/>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29"/>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29"/>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29"/>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29"/>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29"/>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29"/>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29"/>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29"/>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29"/>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29"/>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29"/>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29"/>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29"/>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29"/>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29"/>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29"/>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29"/>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29"/>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29"/>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29"/>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29"/>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29"/>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29"/>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29"/>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29"/>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29"/>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29"/>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29"/>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29"/>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29"/>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29"/>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29"/>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29"/>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29"/>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29"/>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29"/>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29"/>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29"/>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29"/>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29"/>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29"/>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29"/>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29"/>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29"/>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29"/>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29"/>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29"/>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29"/>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29"/>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29"/>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29"/>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29"/>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29"/>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29"/>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29"/>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29"/>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29"/>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29"/>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29"/>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29"/>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29"/>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29"/>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29"/>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29"/>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29"/>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29"/>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29"/>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29"/>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29"/>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29"/>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29"/>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29"/>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29"/>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29"/>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29"/>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29"/>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29"/>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29"/>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29"/>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29"/>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29"/>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29"/>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29"/>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29"/>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29"/>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29"/>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29"/>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29"/>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29"/>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29"/>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29"/>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29"/>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29"/>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29"/>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29"/>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29"/>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29"/>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29"/>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29"/>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29"/>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29"/>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29"/>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29"/>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29"/>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29"/>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29"/>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29"/>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29"/>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29"/>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29"/>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29"/>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29"/>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29"/>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29"/>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29"/>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29"/>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29"/>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29"/>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29"/>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29"/>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29"/>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29"/>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29"/>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29"/>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29"/>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29"/>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29"/>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29"/>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29"/>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29"/>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29"/>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29"/>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29"/>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29"/>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29"/>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29"/>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29"/>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29"/>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29"/>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29"/>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29"/>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29"/>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29"/>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29"/>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29"/>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29"/>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29"/>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29"/>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29"/>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29"/>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29"/>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29"/>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29"/>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29"/>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29"/>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29"/>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0" name="Google Shape;3590;p29"/>
          <p:cNvGrpSpPr/>
          <p:nvPr/>
        </p:nvGrpSpPr>
        <p:grpSpPr>
          <a:xfrm>
            <a:off x="6777739" y="-687550"/>
            <a:ext cx="2564821" cy="1437356"/>
            <a:chOff x="1744950" y="3154900"/>
            <a:chExt cx="662950" cy="371525"/>
          </a:xfrm>
        </p:grpSpPr>
        <p:sp>
          <p:nvSpPr>
            <p:cNvPr id="3591" name="Google Shape;3591;p29"/>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29"/>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29"/>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29"/>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29"/>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29"/>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29"/>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29"/>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29"/>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29"/>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29"/>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29"/>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29"/>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29"/>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29"/>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29"/>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29"/>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29"/>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29"/>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29"/>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29"/>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29"/>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29"/>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29"/>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29"/>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29"/>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29"/>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29"/>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29"/>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29"/>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29"/>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29"/>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29"/>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29"/>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29"/>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29"/>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29"/>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29"/>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29"/>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29"/>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29"/>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29"/>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29"/>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29"/>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29"/>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29"/>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29"/>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29"/>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29"/>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29"/>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29"/>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29"/>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29"/>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29"/>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29"/>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29"/>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29"/>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29"/>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29"/>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29"/>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29"/>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29"/>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29"/>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29"/>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29"/>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29"/>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29"/>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29"/>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29"/>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29"/>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29"/>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29"/>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29"/>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29"/>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29"/>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29"/>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29"/>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29"/>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29"/>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29"/>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29"/>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29"/>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29"/>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29"/>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5" name="Google Shape;3675;p29"/>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29"/>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29"/>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29"/>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29"/>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0" name="Google Shape;3680;p29"/>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29"/>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29"/>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29"/>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29"/>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29"/>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29"/>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29"/>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29"/>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29"/>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29"/>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29"/>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29"/>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29"/>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29"/>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29"/>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29"/>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29"/>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29"/>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29"/>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29"/>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29"/>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29"/>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29"/>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29"/>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29"/>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29"/>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29"/>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29"/>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29"/>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29"/>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29"/>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29"/>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29"/>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29"/>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29"/>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29"/>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29"/>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29"/>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29"/>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29"/>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29"/>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29"/>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29"/>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29"/>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29"/>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29"/>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29"/>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29"/>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29"/>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29"/>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29"/>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29"/>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29"/>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29"/>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29"/>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29"/>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29"/>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29"/>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29"/>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29"/>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29"/>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29"/>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29"/>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29"/>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29"/>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29"/>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29"/>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29"/>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29"/>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29"/>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29"/>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29"/>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29"/>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29"/>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29"/>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29"/>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29"/>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29"/>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29"/>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29"/>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tle only 1">
  <p:cSld name="BLANK_1_1_1_1_1_1_1_1_1_1">
    <p:spTree>
      <p:nvGrpSpPr>
        <p:cNvPr id="3761" name="Shape 3761"/>
        <p:cNvGrpSpPr/>
        <p:nvPr/>
      </p:nvGrpSpPr>
      <p:grpSpPr>
        <a:xfrm>
          <a:off x="0" y="0"/>
          <a:ext cx="0" cy="0"/>
          <a:chOff x="0" y="0"/>
          <a:chExt cx="0" cy="0"/>
        </a:xfrm>
      </p:grpSpPr>
      <p:sp>
        <p:nvSpPr>
          <p:cNvPr id="3762" name="Google Shape;3762;p30"/>
          <p:cNvSpPr txBox="1"/>
          <p:nvPr>
            <p:ph type="title"/>
          </p:nvPr>
        </p:nvSpPr>
        <p:spPr>
          <a:xfrm>
            <a:off x="720000" y="511856"/>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63" name="Google Shape;3763;p30"/>
          <p:cNvSpPr/>
          <p:nvPr/>
        </p:nvSpPr>
        <p:spPr>
          <a:xfrm>
            <a:off x="-1888535" y="320640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30"/>
          <p:cNvSpPr/>
          <p:nvPr/>
        </p:nvSpPr>
        <p:spPr>
          <a:xfrm>
            <a:off x="-1708434" y="3503302"/>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65" name="Google Shape;3765;p30"/>
          <p:cNvGrpSpPr/>
          <p:nvPr/>
        </p:nvGrpSpPr>
        <p:grpSpPr>
          <a:xfrm flipH="1">
            <a:off x="7543164" y="-763750"/>
            <a:ext cx="2564821" cy="1437356"/>
            <a:chOff x="1744950" y="3154900"/>
            <a:chExt cx="662950" cy="371525"/>
          </a:xfrm>
        </p:grpSpPr>
        <p:sp>
          <p:nvSpPr>
            <p:cNvPr id="3766" name="Google Shape;3766;p30"/>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30"/>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30"/>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30"/>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30"/>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30"/>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30"/>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30"/>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30"/>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30"/>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30"/>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30"/>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30"/>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30"/>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30"/>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30"/>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30"/>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30"/>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30"/>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30"/>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30"/>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30"/>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30"/>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30"/>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30"/>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30"/>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30"/>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30"/>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30"/>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30"/>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30"/>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30"/>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30"/>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30"/>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30"/>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30"/>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30"/>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30"/>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30"/>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30"/>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30"/>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30"/>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30"/>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30"/>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30"/>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30"/>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30"/>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30"/>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30"/>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30"/>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30"/>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30"/>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30"/>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30"/>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30"/>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30"/>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30"/>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30"/>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30"/>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30"/>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30"/>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30"/>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30"/>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30"/>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30"/>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30"/>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30"/>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30"/>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30"/>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30"/>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30"/>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30"/>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30"/>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30"/>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30"/>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30"/>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30"/>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30"/>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30"/>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30"/>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30"/>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30"/>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30"/>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30"/>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30"/>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30"/>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30"/>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30"/>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30"/>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30"/>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30"/>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30"/>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30"/>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30"/>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30"/>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30"/>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30"/>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30"/>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30"/>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30"/>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30"/>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30"/>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30"/>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30"/>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30"/>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30"/>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30"/>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30"/>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30"/>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30"/>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30"/>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30"/>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30"/>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30"/>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30"/>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30"/>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30"/>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30"/>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30"/>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30"/>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30"/>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30"/>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30"/>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30"/>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30"/>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30"/>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30"/>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30"/>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30"/>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30"/>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30"/>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30"/>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30"/>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30"/>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30"/>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1" name="Google Shape;3901;p30"/>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2" name="Google Shape;3902;p30"/>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30"/>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30"/>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30"/>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30"/>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30"/>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30"/>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30"/>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30"/>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30"/>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30"/>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30"/>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30"/>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30"/>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30"/>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30"/>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30"/>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30"/>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30"/>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1" name="Google Shape;3921;p30"/>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30"/>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3" name="Google Shape;3923;p30"/>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4" name="Google Shape;3924;p30"/>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30"/>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30"/>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30"/>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30"/>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30"/>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30"/>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30"/>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30"/>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30"/>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30"/>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30"/>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936" name="Shape 3936"/>
        <p:cNvGrpSpPr/>
        <p:nvPr/>
      </p:nvGrpSpPr>
      <p:grpSpPr>
        <a:xfrm>
          <a:off x="0" y="0"/>
          <a:ext cx="0" cy="0"/>
          <a:chOff x="0" y="0"/>
          <a:chExt cx="0" cy="0"/>
        </a:xfrm>
      </p:grpSpPr>
      <p:sp>
        <p:nvSpPr>
          <p:cNvPr id="3937" name="Google Shape;3937;p31"/>
          <p:cNvSpPr txBox="1"/>
          <p:nvPr>
            <p:ph type="title"/>
          </p:nvPr>
        </p:nvSpPr>
        <p:spPr>
          <a:xfrm>
            <a:off x="900150" y="459901"/>
            <a:ext cx="3849900" cy="729600"/>
          </a:xfrm>
          <a:prstGeom prst="rect">
            <a:avLst/>
          </a:prstGeom>
        </p:spPr>
        <p:txBody>
          <a:bodyPr anchorCtr="0" anchor="b" bIns="91425" lIns="91425" spcFirstLastPara="1" rIns="91425" wrap="square" tIns="91425">
            <a:noAutofit/>
          </a:bodyPr>
          <a:lstStyle>
            <a:lvl1pPr lvl="0" rtl="0">
              <a:spcBef>
                <a:spcPts val="0"/>
              </a:spcBef>
              <a:spcAft>
                <a:spcPts val="0"/>
              </a:spcAft>
              <a:buSzPts val="4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938" name="Google Shape;3938;p31"/>
          <p:cNvSpPr txBox="1"/>
          <p:nvPr>
            <p:ph idx="1" type="subTitle"/>
          </p:nvPr>
        </p:nvSpPr>
        <p:spPr>
          <a:xfrm>
            <a:off x="976300" y="1262700"/>
            <a:ext cx="4147500" cy="159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939" name="Google Shape;3939;p31"/>
          <p:cNvSpPr txBox="1"/>
          <p:nvPr/>
        </p:nvSpPr>
        <p:spPr>
          <a:xfrm>
            <a:off x="976300" y="3663737"/>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Raleway"/>
                <a:ea typeface="Raleway"/>
                <a:cs typeface="Raleway"/>
                <a:sym typeface="Raleway"/>
              </a:rPr>
              <a:t>CREDITS: </a:t>
            </a:r>
            <a:r>
              <a:rPr lang="en" sz="1200">
                <a:solidFill>
                  <a:schemeClr val="dk1"/>
                </a:solidFill>
                <a:latin typeface="Raleway"/>
                <a:ea typeface="Raleway"/>
                <a:cs typeface="Raleway"/>
                <a:sym typeface="Raleway"/>
              </a:rPr>
              <a:t>This presentation template was created by </a:t>
            </a:r>
            <a:r>
              <a:rPr b="1" lang="en" sz="1200">
                <a:solidFill>
                  <a:schemeClr val="hlink"/>
                </a:solidFill>
                <a:uFill>
                  <a:noFill/>
                </a:uFill>
                <a:latin typeface="Raleway"/>
                <a:ea typeface="Raleway"/>
                <a:cs typeface="Raleway"/>
                <a:sym typeface="Raleway"/>
                <a:hlinkClick r:id="rId2"/>
              </a:rPr>
              <a:t>Slidesgo</a:t>
            </a:r>
            <a:r>
              <a:rPr lang="en" sz="1200">
                <a:solidFill>
                  <a:schemeClr val="dk1"/>
                </a:solidFill>
                <a:latin typeface="Raleway"/>
                <a:ea typeface="Raleway"/>
                <a:cs typeface="Raleway"/>
                <a:sym typeface="Raleway"/>
              </a:rPr>
              <a:t>, and includes icons by </a:t>
            </a:r>
            <a:r>
              <a:rPr b="1" lang="en" sz="1200">
                <a:solidFill>
                  <a:schemeClr val="dk1"/>
                </a:solidFill>
                <a:uFill>
                  <a:noFill/>
                </a:uFill>
                <a:latin typeface="Raleway"/>
                <a:ea typeface="Raleway"/>
                <a:cs typeface="Raleway"/>
                <a:sym typeface="Raleway"/>
                <a:hlinkClick r:id="rId3">
                  <a:extLst>
                    <a:ext uri="{A12FA001-AC4F-418D-AE19-62706E023703}">
                      <ahyp:hlinkClr val="tx"/>
                    </a:ext>
                  </a:extLst>
                </a:hlinkClick>
              </a:rPr>
              <a:t>Flaticon</a:t>
            </a:r>
            <a:r>
              <a:rPr b="1" lang="en" sz="1200">
                <a:solidFill>
                  <a:schemeClr val="dk1"/>
                </a:solidFill>
                <a:latin typeface="Raleway"/>
                <a:ea typeface="Raleway"/>
                <a:cs typeface="Raleway"/>
                <a:sym typeface="Raleway"/>
              </a:rPr>
              <a:t>,</a:t>
            </a:r>
            <a:r>
              <a:rPr lang="en" sz="1200">
                <a:solidFill>
                  <a:schemeClr val="dk1"/>
                </a:solidFill>
                <a:latin typeface="Raleway"/>
                <a:ea typeface="Raleway"/>
                <a:cs typeface="Raleway"/>
                <a:sym typeface="Raleway"/>
              </a:rPr>
              <a:t> and infographics &amp; images by </a:t>
            </a:r>
            <a:r>
              <a:rPr b="1" lang="en" sz="1200">
                <a:solidFill>
                  <a:schemeClr val="dk1"/>
                </a:solidFill>
                <a:uFill>
                  <a:noFill/>
                </a:uFill>
                <a:latin typeface="Raleway"/>
                <a:ea typeface="Raleway"/>
                <a:cs typeface="Raleway"/>
                <a:sym typeface="Raleway"/>
                <a:hlinkClick r:id="rId4">
                  <a:extLst>
                    <a:ext uri="{A12FA001-AC4F-418D-AE19-62706E023703}">
                      <ahyp:hlinkClr val="tx"/>
                    </a:ext>
                  </a:extLst>
                </a:hlinkClick>
              </a:rPr>
              <a:t>Freepik</a:t>
            </a:r>
            <a:r>
              <a:rPr b="1" lang="en" sz="1200">
                <a:solidFill>
                  <a:schemeClr val="dk1"/>
                </a:solidFill>
                <a:latin typeface="Raleway"/>
                <a:ea typeface="Raleway"/>
                <a:cs typeface="Raleway"/>
                <a:sym typeface="Raleway"/>
              </a:rPr>
              <a:t> </a:t>
            </a:r>
            <a:endParaRPr b="1" sz="1200">
              <a:solidFill>
                <a:schemeClr val="dk1"/>
              </a:solidFill>
              <a:latin typeface="Raleway"/>
              <a:ea typeface="Raleway"/>
              <a:cs typeface="Raleway"/>
              <a:sym typeface="Raleway"/>
            </a:endParaRPr>
          </a:p>
        </p:txBody>
      </p:sp>
      <p:sp>
        <p:nvSpPr>
          <p:cNvPr id="3940" name="Google Shape;3940;p31"/>
          <p:cNvSpPr/>
          <p:nvPr/>
        </p:nvSpPr>
        <p:spPr>
          <a:xfrm flipH="1">
            <a:off x="5412125" y="3054000"/>
            <a:ext cx="5611054" cy="3984847"/>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31"/>
          <p:cNvSpPr/>
          <p:nvPr/>
        </p:nvSpPr>
        <p:spPr>
          <a:xfrm flipH="1">
            <a:off x="6865378" y="3198502"/>
            <a:ext cx="3901501" cy="3193283"/>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42" name="Google Shape;3942;p31"/>
          <p:cNvGrpSpPr/>
          <p:nvPr/>
        </p:nvGrpSpPr>
        <p:grpSpPr>
          <a:xfrm>
            <a:off x="-899111" y="-839950"/>
            <a:ext cx="2564821" cy="1437356"/>
            <a:chOff x="1744950" y="3154900"/>
            <a:chExt cx="662950" cy="371525"/>
          </a:xfrm>
        </p:grpSpPr>
        <p:sp>
          <p:nvSpPr>
            <p:cNvPr id="3943" name="Google Shape;3943;p31"/>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31"/>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31"/>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31"/>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31"/>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31"/>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31"/>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31"/>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31"/>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31"/>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31"/>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31"/>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31"/>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31"/>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31"/>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31"/>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31"/>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31"/>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31"/>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31"/>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31"/>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31"/>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31"/>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31"/>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31"/>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31"/>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31"/>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31"/>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31"/>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31"/>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31"/>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31"/>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31"/>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31"/>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31"/>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31"/>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31"/>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31"/>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31"/>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31"/>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31"/>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31"/>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31"/>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31"/>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31"/>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31"/>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31"/>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31"/>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31"/>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31"/>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31"/>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31"/>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31"/>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31"/>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31"/>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31"/>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31"/>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31"/>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31"/>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31"/>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31"/>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31"/>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31"/>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31"/>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31"/>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31"/>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31"/>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31"/>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31"/>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31"/>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31"/>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31"/>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31"/>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31"/>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31"/>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31"/>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31"/>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31"/>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31"/>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31"/>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31"/>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31"/>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31"/>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31"/>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31"/>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31"/>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31"/>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31"/>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31"/>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31"/>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3" name="Google Shape;4033;p31"/>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31"/>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31"/>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31"/>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31"/>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31"/>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9" name="Google Shape;4039;p31"/>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31"/>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31"/>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31"/>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31"/>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31"/>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31"/>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31"/>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31"/>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31"/>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31"/>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31"/>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31"/>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31"/>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31"/>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31"/>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31"/>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31"/>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7" name="Google Shape;4057;p31"/>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8" name="Google Shape;4058;p31"/>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31"/>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31"/>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31"/>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31"/>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31"/>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31"/>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31"/>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31"/>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31"/>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31"/>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9" name="Google Shape;4069;p31"/>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31"/>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31"/>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2" name="Google Shape;4072;p31"/>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31"/>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31"/>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31"/>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31"/>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31"/>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31"/>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31"/>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31"/>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31"/>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2" name="Google Shape;4082;p31"/>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31"/>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31"/>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31"/>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31"/>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7" name="Google Shape;4087;p31"/>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31"/>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31"/>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31"/>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31"/>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31"/>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31"/>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4" name="Google Shape;4094;p31"/>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31"/>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31"/>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7" name="Google Shape;4097;p31"/>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31"/>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9" name="Google Shape;4099;p31"/>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0" name="Google Shape;4100;p31"/>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31"/>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31"/>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3" name="Google Shape;4103;p31"/>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31"/>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31"/>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6" name="Google Shape;4106;p31"/>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31"/>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31"/>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31"/>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31"/>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31"/>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31"/>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4113" name="Shape 4113"/>
        <p:cNvGrpSpPr/>
        <p:nvPr/>
      </p:nvGrpSpPr>
      <p:grpSpPr>
        <a:xfrm>
          <a:off x="0" y="0"/>
          <a:ext cx="0" cy="0"/>
          <a:chOff x="0" y="0"/>
          <a:chExt cx="0" cy="0"/>
        </a:xfrm>
      </p:grpSpPr>
      <p:sp>
        <p:nvSpPr>
          <p:cNvPr id="4114" name="Google Shape;4114;p32"/>
          <p:cNvSpPr/>
          <p:nvPr/>
        </p:nvSpPr>
        <p:spPr>
          <a:xfrm rot="1457022">
            <a:off x="-2505532" y="2628047"/>
            <a:ext cx="5611017" cy="3984820"/>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5" name="Google Shape;4115;p32"/>
          <p:cNvSpPr/>
          <p:nvPr/>
        </p:nvSpPr>
        <p:spPr>
          <a:xfrm rot="1457022">
            <a:off x="-2225076" y="2656236"/>
            <a:ext cx="3901474" cy="3193261"/>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32"/>
          <p:cNvSpPr/>
          <p:nvPr/>
        </p:nvSpPr>
        <p:spPr>
          <a:xfrm rot="-9342978">
            <a:off x="6114718" y="-1536603"/>
            <a:ext cx="5611017" cy="3984820"/>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7" name="Google Shape;4117;p32"/>
          <p:cNvSpPr/>
          <p:nvPr/>
        </p:nvSpPr>
        <p:spPr>
          <a:xfrm rot="-9342978">
            <a:off x="7543804" y="-773233"/>
            <a:ext cx="3901474" cy="3193261"/>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18" name="Google Shape;4118;p32"/>
          <p:cNvGrpSpPr/>
          <p:nvPr/>
        </p:nvGrpSpPr>
        <p:grpSpPr>
          <a:xfrm>
            <a:off x="6994214" y="4444100"/>
            <a:ext cx="2564821" cy="1437356"/>
            <a:chOff x="1744950" y="3154900"/>
            <a:chExt cx="662950" cy="371525"/>
          </a:xfrm>
        </p:grpSpPr>
        <p:sp>
          <p:nvSpPr>
            <p:cNvPr id="4119" name="Google Shape;4119;p32"/>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0" name="Google Shape;4120;p32"/>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1" name="Google Shape;4121;p32"/>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2" name="Google Shape;4122;p32"/>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3" name="Google Shape;4123;p32"/>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32"/>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32"/>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32"/>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32"/>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8" name="Google Shape;4128;p32"/>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9" name="Google Shape;4129;p32"/>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32"/>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32"/>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2" name="Google Shape;4132;p32"/>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32"/>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32"/>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5" name="Google Shape;4135;p32"/>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32"/>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32"/>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32"/>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32"/>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32"/>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1" name="Google Shape;4141;p32"/>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2" name="Google Shape;4142;p32"/>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3" name="Google Shape;4143;p32"/>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4" name="Google Shape;4144;p32"/>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32"/>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32"/>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32"/>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32"/>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32"/>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0" name="Google Shape;4150;p32"/>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1" name="Google Shape;4151;p32"/>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32"/>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3" name="Google Shape;4153;p32"/>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4" name="Google Shape;4154;p32"/>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32"/>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32"/>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32"/>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32"/>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9" name="Google Shape;4159;p32"/>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0" name="Google Shape;4160;p32"/>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32"/>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32"/>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32"/>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32"/>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32"/>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6" name="Google Shape;4166;p32"/>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32"/>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32"/>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9" name="Google Shape;4169;p32"/>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32"/>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32"/>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2" name="Google Shape;4172;p32"/>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32"/>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32"/>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32"/>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6" name="Google Shape;4176;p32"/>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7" name="Google Shape;4177;p32"/>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32"/>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32"/>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0" name="Google Shape;4180;p32"/>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32"/>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32"/>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32"/>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32"/>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5" name="Google Shape;4185;p32"/>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32"/>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7" name="Google Shape;4187;p32"/>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32"/>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32"/>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32"/>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1" name="Google Shape;4191;p32"/>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2" name="Google Shape;4192;p32"/>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3" name="Google Shape;4193;p32"/>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4" name="Google Shape;4194;p32"/>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32"/>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32"/>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7" name="Google Shape;4197;p32"/>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8" name="Google Shape;4198;p32"/>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32"/>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0" name="Google Shape;4200;p32"/>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1" name="Google Shape;4201;p32"/>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32"/>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32"/>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32"/>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32"/>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6" name="Google Shape;4206;p32"/>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7" name="Google Shape;4207;p32"/>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8" name="Google Shape;4208;p32"/>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9" name="Google Shape;4209;p32"/>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32"/>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32"/>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32"/>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32"/>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4" name="Google Shape;4214;p32"/>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5" name="Google Shape;4215;p32"/>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6" name="Google Shape;4216;p32"/>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7" name="Google Shape;4217;p32"/>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32"/>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32"/>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0" name="Google Shape;4220;p32"/>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32"/>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2" name="Google Shape;4222;p32"/>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3" name="Google Shape;4223;p32"/>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32"/>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32"/>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6" name="Google Shape;4226;p32"/>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32"/>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32"/>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9" name="Google Shape;4229;p32"/>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0" name="Google Shape;4230;p32"/>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32"/>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2" name="Google Shape;4232;p32"/>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32"/>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4" name="Google Shape;4234;p32"/>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5" name="Google Shape;4235;p32"/>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6" name="Google Shape;4236;p32"/>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32"/>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32"/>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32"/>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32"/>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32"/>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32"/>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32"/>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32"/>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32"/>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32"/>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7" name="Google Shape;4247;p32"/>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8" name="Google Shape;4248;p32"/>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32"/>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0" name="Google Shape;4250;p32"/>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1" name="Google Shape;4251;p32"/>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2" name="Google Shape;4252;p32"/>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3" name="Google Shape;4253;p32"/>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4" name="Google Shape;4254;p32"/>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5" name="Google Shape;4255;p32"/>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6" name="Google Shape;4256;p32"/>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7" name="Google Shape;4257;p32"/>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8" name="Google Shape;4258;p32"/>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9" name="Google Shape;4259;p32"/>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0" name="Google Shape;4260;p32"/>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1" name="Google Shape;4261;p32"/>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2" name="Google Shape;4262;p32"/>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3" name="Google Shape;4263;p32"/>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4" name="Google Shape;4264;p32"/>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5" name="Google Shape;4265;p32"/>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6" name="Google Shape;4266;p32"/>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7" name="Google Shape;4267;p32"/>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8" name="Google Shape;4268;p32"/>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32"/>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0" name="Google Shape;4270;p32"/>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1" name="Google Shape;4271;p32"/>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2" name="Google Shape;4272;p32"/>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3" name="Google Shape;4273;p32"/>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32"/>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5" name="Google Shape;4275;p32"/>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6" name="Google Shape;4276;p32"/>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7" name="Google Shape;4277;p32"/>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32"/>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32"/>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32"/>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32"/>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32"/>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3" name="Google Shape;4283;p32"/>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32"/>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5" name="Google Shape;4285;p32"/>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6" name="Google Shape;4286;p32"/>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7" name="Google Shape;4287;p32"/>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32"/>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9" name="Google Shape;4289;p32"/>
          <p:cNvGrpSpPr/>
          <p:nvPr/>
        </p:nvGrpSpPr>
        <p:grpSpPr>
          <a:xfrm>
            <a:off x="-670511" y="-687550"/>
            <a:ext cx="2564821" cy="1437356"/>
            <a:chOff x="1744950" y="3154900"/>
            <a:chExt cx="662950" cy="371525"/>
          </a:xfrm>
        </p:grpSpPr>
        <p:sp>
          <p:nvSpPr>
            <p:cNvPr id="4290" name="Google Shape;4290;p32"/>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32"/>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2" name="Google Shape;4292;p32"/>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3" name="Google Shape;4293;p32"/>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32"/>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32"/>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6" name="Google Shape;4296;p32"/>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7" name="Google Shape;4297;p32"/>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8" name="Google Shape;4298;p32"/>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9" name="Google Shape;4299;p32"/>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32"/>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32"/>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32"/>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3" name="Google Shape;4303;p32"/>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32"/>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32"/>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6" name="Google Shape;4306;p32"/>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32"/>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8" name="Google Shape;4308;p32"/>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9" name="Google Shape;4309;p32"/>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32"/>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32"/>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32"/>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32"/>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32"/>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32"/>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32"/>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32"/>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32"/>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9" name="Google Shape;4319;p32"/>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0" name="Google Shape;4320;p32"/>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32"/>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32"/>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32"/>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32"/>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32"/>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32"/>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32"/>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32"/>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32"/>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32"/>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1" name="Google Shape;4331;p32"/>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32"/>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32"/>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32"/>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32"/>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32"/>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32"/>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32"/>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32"/>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32"/>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1" name="Google Shape;4341;p32"/>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32"/>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32"/>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32"/>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32"/>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32"/>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32"/>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32"/>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32"/>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32"/>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32"/>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32"/>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3" name="Google Shape;4353;p32"/>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32"/>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32"/>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32"/>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32"/>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32"/>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32"/>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32"/>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32"/>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32"/>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3" name="Google Shape;4363;p32"/>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4" name="Google Shape;4364;p32"/>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32"/>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6" name="Google Shape;4366;p32"/>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32"/>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32"/>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32"/>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32"/>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32"/>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32"/>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32"/>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32"/>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32"/>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6" name="Google Shape;4376;p32"/>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7" name="Google Shape;4377;p32"/>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32"/>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32"/>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32"/>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32"/>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2" name="Google Shape;4382;p32"/>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3" name="Google Shape;4383;p32"/>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32"/>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5" name="Google Shape;4385;p32"/>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6" name="Google Shape;4386;p32"/>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32"/>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8" name="Google Shape;4388;p32"/>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9" name="Google Shape;4389;p32"/>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0" name="Google Shape;4390;p32"/>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32"/>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32"/>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32"/>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32"/>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32"/>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6" name="Google Shape;4396;p32"/>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32"/>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8" name="Google Shape;4398;p32"/>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9" name="Google Shape;4399;p32"/>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32"/>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32"/>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32"/>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32"/>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32"/>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32"/>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32"/>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7" name="Google Shape;4407;p32"/>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8" name="Google Shape;4408;p32"/>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32"/>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0" name="Google Shape;4410;p32"/>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1" name="Google Shape;4411;p32"/>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32"/>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3" name="Google Shape;4413;p32"/>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4" name="Google Shape;4414;p32"/>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32"/>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32"/>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32"/>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32"/>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32"/>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0" name="Google Shape;4420;p32"/>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32"/>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2" name="Google Shape;4422;p32"/>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3" name="Google Shape;4423;p32"/>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32"/>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5" name="Google Shape;4425;p32"/>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6" name="Google Shape;4426;p32"/>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32"/>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32"/>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9" name="Google Shape;4429;p32"/>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32"/>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32"/>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32"/>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32"/>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32"/>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5" name="Google Shape;4435;p32"/>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32"/>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32"/>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8" name="Google Shape;4438;p32"/>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9" name="Google Shape;4439;p32"/>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0" name="Google Shape;4440;p32"/>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1" name="Google Shape;4441;p32"/>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2" name="Google Shape;4442;p32"/>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32"/>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4" name="Google Shape;4444;p32"/>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5" name="Google Shape;4445;p32"/>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32"/>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32"/>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32"/>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9" name="Google Shape;4449;p32"/>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0" name="Google Shape;4450;p32"/>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1" name="Google Shape;4451;p32"/>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2" name="Google Shape;4452;p32"/>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3" name="Google Shape;4453;p32"/>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4" name="Google Shape;4454;p32"/>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5" name="Google Shape;4455;p32"/>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32"/>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32"/>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8" name="Google Shape;4458;p32"/>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9" name="Google Shape;4459;p32"/>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4460" name="Shape 4460"/>
        <p:cNvGrpSpPr/>
        <p:nvPr/>
      </p:nvGrpSpPr>
      <p:grpSpPr>
        <a:xfrm>
          <a:off x="0" y="0"/>
          <a:ext cx="0" cy="0"/>
          <a:chOff x="0" y="0"/>
          <a:chExt cx="0" cy="0"/>
        </a:xfrm>
      </p:grpSpPr>
      <p:sp>
        <p:nvSpPr>
          <p:cNvPr id="4461" name="Google Shape;4461;p33"/>
          <p:cNvSpPr/>
          <p:nvPr/>
        </p:nvSpPr>
        <p:spPr>
          <a:xfrm flipH="1" rot="-9220875">
            <a:off x="-1241699" y="-5363173"/>
            <a:ext cx="10684213" cy="7587692"/>
          </a:xfrm>
          <a:custGeom>
            <a:rect b="b" l="l" r="r" t="t"/>
            <a:pathLst>
              <a:path extrusionOk="0" h="43938" w="61869">
                <a:moveTo>
                  <a:pt x="16454" y="1"/>
                </a:moveTo>
                <a:cubicBezTo>
                  <a:pt x="16024" y="1"/>
                  <a:pt x="15596" y="20"/>
                  <a:pt x="15174" y="55"/>
                </a:cubicBezTo>
                <a:lnTo>
                  <a:pt x="7295" y="5689"/>
                </a:lnTo>
                <a:cubicBezTo>
                  <a:pt x="3588" y="7198"/>
                  <a:pt x="826" y="10810"/>
                  <a:pt x="340" y="14783"/>
                </a:cubicBezTo>
                <a:cubicBezTo>
                  <a:pt x="1" y="17564"/>
                  <a:pt x="706" y="20378"/>
                  <a:pt x="1748" y="22979"/>
                </a:cubicBezTo>
                <a:cubicBezTo>
                  <a:pt x="5847" y="33218"/>
                  <a:pt x="15436" y="40965"/>
                  <a:pt x="26231" y="43219"/>
                </a:cubicBezTo>
                <a:cubicBezTo>
                  <a:pt x="28551" y="43703"/>
                  <a:pt x="30913" y="43938"/>
                  <a:pt x="33275" y="43938"/>
                </a:cubicBezTo>
                <a:cubicBezTo>
                  <a:pt x="41907" y="43938"/>
                  <a:pt x="50552" y="40806"/>
                  <a:pt x="57206" y="35266"/>
                </a:cubicBezTo>
                <a:cubicBezTo>
                  <a:pt x="59365" y="33469"/>
                  <a:pt x="61447" y="31184"/>
                  <a:pt x="61655" y="28382"/>
                </a:cubicBezTo>
                <a:cubicBezTo>
                  <a:pt x="61868" y="25499"/>
                  <a:pt x="59972" y="22798"/>
                  <a:pt x="57572" y="21188"/>
                </a:cubicBezTo>
                <a:cubicBezTo>
                  <a:pt x="54430" y="19080"/>
                  <a:pt x="50524" y="18479"/>
                  <a:pt x="46745" y="18288"/>
                </a:cubicBezTo>
                <a:cubicBezTo>
                  <a:pt x="42966" y="18097"/>
                  <a:pt x="39139" y="18258"/>
                  <a:pt x="35442" y="17452"/>
                </a:cubicBezTo>
                <a:cubicBezTo>
                  <a:pt x="31745" y="16647"/>
                  <a:pt x="28076" y="14685"/>
                  <a:pt x="26302" y="11344"/>
                </a:cubicBezTo>
                <a:cubicBezTo>
                  <a:pt x="24653" y="8237"/>
                  <a:pt x="24709" y="4147"/>
                  <a:pt x="22092" y="1797"/>
                </a:cubicBezTo>
                <a:cubicBezTo>
                  <a:pt x="20586" y="445"/>
                  <a:pt x="18507" y="1"/>
                  <a:pt x="164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2" name="Google Shape;4462;p33"/>
          <p:cNvSpPr/>
          <p:nvPr/>
        </p:nvSpPr>
        <p:spPr>
          <a:xfrm flipH="1" rot="-8100000">
            <a:off x="747450" y="-2633519"/>
            <a:ext cx="5187205" cy="4245600"/>
          </a:xfrm>
          <a:custGeom>
            <a:rect b="b" l="l" r="r" t="t"/>
            <a:pathLst>
              <a:path extrusionOk="0" h="35210" w="43019">
                <a:moveTo>
                  <a:pt x="4253" y="1"/>
                </a:moveTo>
                <a:cubicBezTo>
                  <a:pt x="1897" y="748"/>
                  <a:pt x="419" y="3240"/>
                  <a:pt x="209" y="5704"/>
                </a:cubicBezTo>
                <a:cubicBezTo>
                  <a:pt x="1" y="8167"/>
                  <a:pt x="833" y="10599"/>
                  <a:pt x="1844" y="12854"/>
                </a:cubicBezTo>
                <a:cubicBezTo>
                  <a:pt x="4931" y="19745"/>
                  <a:pt x="9888" y="25853"/>
                  <a:pt x="16247" y="29925"/>
                </a:cubicBezTo>
                <a:cubicBezTo>
                  <a:pt x="21498" y="33289"/>
                  <a:pt x="27713" y="35210"/>
                  <a:pt x="33934" y="35210"/>
                </a:cubicBezTo>
                <a:cubicBezTo>
                  <a:pt x="35245" y="35210"/>
                  <a:pt x="36556" y="35124"/>
                  <a:pt x="37858" y="34949"/>
                </a:cubicBezTo>
                <a:cubicBezTo>
                  <a:pt x="39367" y="34746"/>
                  <a:pt x="40980" y="34359"/>
                  <a:pt x="41961" y="33194"/>
                </a:cubicBezTo>
                <a:cubicBezTo>
                  <a:pt x="42819" y="32174"/>
                  <a:pt x="43018" y="30725"/>
                  <a:pt x="42796" y="29411"/>
                </a:cubicBezTo>
                <a:cubicBezTo>
                  <a:pt x="42573" y="28096"/>
                  <a:pt x="41980" y="26878"/>
                  <a:pt x="41391" y="25682"/>
                </a:cubicBezTo>
                <a:cubicBezTo>
                  <a:pt x="40221" y="23297"/>
                  <a:pt x="38864" y="20729"/>
                  <a:pt x="36426" y="19673"/>
                </a:cubicBezTo>
                <a:cubicBezTo>
                  <a:pt x="33581" y="18442"/>
                  <a:pt x="29857" y="19572"/>
                  <a:pt x="27507" y="17550"/>
                </a:cubicBezTo>
                <a:cubicBezTo>
                  <a:pt x="25245" y="15604"/>
                  <a:pt x="25696" y="12013"/>
                  <a:pt x="24519" y="9273"/>
                </a:cubicBezTo>
                <a:cubicBezTo>
                  <a:pt x="23107" y="5986"/>
                  <a:pt x="19440" y="4233"/>
                  <a:pt x="15911" y="3645"/>
                </a:cubicBezTo>
                <a:lnTo>
                  <a:pt x="4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63" name="Google Shape;4463;p33"/>
          <p:cNvGrpSpPr/>
          <p:nvPr/>
        </p:nvGrpSpPr>
        <p:grpSpPr>
          <a:xfrm>
            <a:off x="2818002" y="4596500"/>
            <a:ext cx="2564821" cy="1437356"/>
            <a:chOff x="1744950" y="3154900"/>
            <a:chExt cx="662950" cy="371525"/>
          </a:xfrm>
        </p:grpSpPr>
        <p:sp>
          <p:nvSpPr>
            <p:cNvPr id="4464" name="Google Shape;4464;p33"/>
            <p:cNvSpPr/>
            <p:nvPr/>
          </p:nvSpPr>
          <p:spPr>
            <a:xfrm>
              <a:off x="2063375" y="3357375"/>
              <a:ext cx="27975" cy="14725"/>
            </a:xfrm>
            <a:custGeom>
              <a:rect b="b" l="l" r="r" t="t"/>
              <a:pathLst>
                <a:path extrusionOk="0" h="589" w="1119">
                  <a:moveTo>
                    <a:pt x="560" y="1"/>
                  </a:moveTo>
                  <a:cubicBezTo>
                    <a:pt x="429" y="1"/>
                    <a:pt x="299" y="29"/>
                    <a:pt x="199" y="86"/>
                  </a:cubicBezTo>
                  <a:cubicBezTo>
                    <a:pt x="1" y="201"/>
                    <a:pt x="1" y="388"/>
                    <a:pt x="199" y="503"/>
                  </a:cubicBezTo>
                  <a:cubicBezTo>
                    <a:pt x="299" y="560"/>
                    <a:pt x="429" y="588"/>
                    <a:pt x="559" y="588"/>
                  </a:cubicBezTo>
                  <a:cubicBezTo>
                    <a:pt x="689" y="588"/>
                    <a:pt x="820" y="560"/>
                    <a:pt x="919" y="503"/>
                  </a:cubicBezTo>
                  <a:cubicBezTo>
                    <a:pt x="1119" y="388"/>
                    <a:pt x="1119" y="201"/>
                    <a:pt x="919" y="86"/>
                  </a:cubicBezTo>
                  <a:cubicBezTo>
                    <a:pt x="820" y="29"/>
                    <a:pt x="690" y="1"/>
                    <a:pt x="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33"/>
            <p:cNvSpPr/>
            <p:nvPr/>
          </p:nvSpPr>
          <p:spPr>
            <a:xfrm>
              <a:off x="2030675" y="3341625"/>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33"/>
            <p:cNvSpPr/>
            <p:nvPr/>
          </p:nvSpPr>
          <p:spPr>
            <a:xfrm>
              <a:off x="2078500" y="3382725"/>
              <a:ext cx="28325" cy="14900"/>
            </a:xfrm>
            <a:custGeom>
              <a:rect b="b" l="l" r="r" t="t"/>
              <a:pathLst>
                <a:path extrusionOk="0" h="596" w="1133">
                  <a:moveTo>
                    <a:pt x="566" y="1"/>
                  </a:moveTo>
                  <a:cubicBezTo>
                    <a:pt x="434" y="1"/>
                    <a:pt x="302" y="30"/>
                    <a:pt x="201" y="87"/>
                  </a:cubicBezTo>
                  <a:cubicBezTo>
                    <a:pt x="0" y="203"/>
                    <a:pt x="0" y="392"/>
                    <a:pt x="201" y="508"/>
                  </a:cubicBezTo>
                  <a:cubicBezTo>
                    <a:pt x="302" y="567"/>
                    <a:pt x="434" y="596"/>
                    <a:pt x="566" y="596"/>
                  </a:cubicBezTo>
                  <a:cubicBezTo>
                    <a:pt x="698" y="596"/>
                    <a:pt x="830" y="567"/>
                    <a:pt x="931" y="508"/>
                  </a:cubicBezTo>
                  <a:cubicBezTo>
                    <a:pt x="1132" y="392"/>
                    <a:pt x="1132" y="203"/>
                    <a:pt x="931" y="87"/>
                  </a:cubicBezTo>
                  <a:cubicBezTo>
                    <a:pt x="830"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33"/>
            <p:cNvSpPr/>
            <p:nvPr/>
          </p:nvSpPr>
          <p:spPr>
            <a:xfrm>
              <a:off x="2102400" y="3411600"/>
              <a:ext cx="19575" cy="10300"/>
            </a:xfrm>
            <a:custGeom>
              <a:rect b="b" l="l" r="r" t="t"/>
              <a:pathLst>
                <a:path extrusionOk="0" h="412" w="783">
                  <a:moveTo>
                    <a:pt x="391" y="1"/>
                  </a:moveTo>
                  <a:cubicBezTo>
                    <a:pt x="300" y="1"/>
                    <a:pt x="209" y="21"/>
                    <a:pt x="139" y="61"/>
                  </a:cubicBezTo>
                  <a:cubicBezTo>
                    <a:pt x="0" y="142"/>
                    <a:pt x="0" y="271"/>
                    <a:pt x="139" y="352"/>
                  </a:cubicBezTo>
                  <a:cubicBezTo>
                    <a:pt x="209" y="392"/>
                    <a:pt x="300" y="412"/>
                    <a:pt x="391" y="412"/>
                  </a:cubicBezTo>
                  <a:cubicBezTo>
                    <a:pt x="483" y="412"/>
                    <a:pt x="574" y="392"/>
                    <a:pt x="643" y="352"/>
                  </a:cubicBezTo>
                  <a:cubicBezTo>
                    <a:pt x="783" y="271"/>
                    <a:pt x="783" y="142"/>
                    <a:pt x="643" y="61"/>
                  </a:cubicBezTo>
                  <a:cubicBezTo>
                    <a:pt x="574" y="21"/>
                    <a:pt x="483"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33"/>
            <p:cNvSpPr/>
            <p:nvPr/>
          </p:nvSpPr>
          <p:spPr>
            <a:xfrm>
              <a:off x="2143800" y="3357825"/>
              <a:ext cx="16550" cy="9575"/>
            </a:xfrm>
            <a:custGeom>
              <a:rect b="b" l="l" r="r" t="t"/>
              <a:pathLst>
                <a:path extrusionOk="0" h="383" w="662">
                  <a:moveTo>
                    <a:pt x="332" y="1"/>
                  </a:moveTo>
                  <a:cubicBezTo>
                    <a:pt x="149" y="1"/>
                    <a:pt x="1" y="86"/>
                    <a:pt x="1" y="192"/>
                  </a:cubicBezTo>
                  <a:cubicBezTo>
                    <a:pt x="1" y="297"/>
                    <a:pt x="149"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33"/>
            <p:cNvSpPr/>
            <p:nvPr/>
          </p:nvSpPr>
          <p:spPr>
            <a:xfrm>
              <a:off x="2015850" y="3359850"/>
              <a:ext cx="16575" cy="9575"/>
            </a:xfrm>
            <a:custGeom>
              <a:rect b="b" l="l" r="r" t="t"/>
              <a:pathLst>
                <a:path extrusionOk="0" h="383" w="663">
                  <a:moveTo>
                    <a:pt x="332" y="1"/>
                  </a:moveTo>
                  <a:cubicBezTo>
                    <a:pt x="149" y="1"/>
                    <a:pt x="1" y="86"/>
                    <a:pt x="1" y="192"/>
                  </a:cubicBezTo>
                  <a:cubicBezTo>
                    <a:pt x="1" y="297"/>
                    <a:pt x="149" y="383"/>
                    <a:pt x="332" y="383"/>
                  </a:cubicBezTo>
                  <a:cubicBezTo>
                    <a:pt x="514" y="383"/>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0" name="Google Shape;4470;p33"/>
            <p:cNvSpPr/>
            <p:nvPr/>
          </p:nvSpPr>
          <p:spPr>
            <a:xfrm>
              <a:off x="2124500" y="3375275"/>
              <a:ext cx="18175" cy="9550"/>
            </a:xfrm>
            <a:custGeom>
              <a:rect b="b" l="l" r="r" t="t"/>
              <a:pathLst>
                <a:path extrusionOk="0" h="382" w="727">
                  <a:moveTo>
                    <a:pt x="363" y="0"/>
                  </a:moveTo>
                  <a:cubicBezTo>
                    <a:pt x="278" y="0"/>
                    <a:pt x="194" y="19"/>
                    <a:pt x="130" y="57"/>
                  </a:cubicBezTo>
                  <a:cubicBezTo>
                    <a:pt x="1" y="130"/>
                    <a:pt x="1" y="252"/>
                    <a:pt x="130" y="325"/>
                  </a:cubicBezTo>
                  <a:cubicBezTo>
                    <a:pt x="194" y="363"/>
                    <a:pt x="278" y="382"/>
                    <a:pt x="363" y="382"/>
                  </a:cubicBezTo>
                  <a:cubicBezTo>
                    <a:pt x="448" y="382"/>
                    <a:pt x="532" y="363"/>
                    <a:pt x="597" y="325"/>
                  </a:cubicBezTo>
                  <a:cubicBezTo>
                    <a:pt x="726" y="252"/>
                    <a:pt x="726" y="130"/>
                    <a:pt x="597" y="57"/>
                  </a:cubicBezTo>
                  <a:cubicBezTo>
                    <a:pt x="532"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1" name="Google Shape;4471;p33"/>
            <p:cNvSpPr/>
            <p:nvPr/>
          </p:nvSpPr>
          <p:spPr>
            <a:xfrm>
              <a:off x="2107525" y="3335325"/>
              <a:ext cx="23675" cy="12450"/>
            </a:xfrm>
            <a:custGeom>
              <a:rect b="b" l="l" r="r" t="t"/>
              <a:pathLst>
                <a:path extrusionOk="0" h="498" w="947">
                  <a:moveTo>
                    <a:pt x="474" y="0"/>
                  </a:moveTo>
                  <a:cubicBezTo>
                    <a:pt x="363" y="0"/>
                    <a:pt x="253" y="25"/>
                    <a:pt x="169" y="73"/>
                  </a:cubicBezTo>
                  <a:cubicBezTo>
                    <a:pt x="1" y="171"/>
                    <a:pt x="1" y="328"/>
                    <a:pt x="169" y="425"/>
                  </a:cubicBezTo>
                  <a:cubicBezTo>
                    <a:pt x="253" y="474"/>
                    <a:pt x="363" y="498"/>
                    <a:pt x="474" y="498"/>
                  </a:cubicBezTo>
                  <a:cubicBezTo>
                    <a:pt x="584" y="498"/>
                    <a:pt x="695" y="474"/>
                    <a:pt x="779" y="425"/>
                  </a:cubicBezTo>
                  <a:cubicBezTo>
                    <a:pt x="947" y="328"/>
                    <a:pt x="947" y="171"/>
                    <a:pt x="779" y="73"/>
                  </a:cubicBezTo>
                  <a:cubicBezTo>
                    <a:pt x="695" y="25"/>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33"/>
            <p:cNvSpPr/>
            <p:nvPr/>
          </p:nvSpPr>
          <p:spPr>
            <a:xfrm>
              <a:off x="2033050" y="3378875"/>
              <a:ext cx="20775" cy="10925"/>
            </a:xfrm>
            <a:custGeom>
              <a:rect b="b" l="l" r="r" t="t"/>
              <a:pathLst>
                <a:path extrusionOk="0" h="437" w="831">
                  <a:moveTo>
                    <a:pt x="415" y="0"/>
                  </a:moveTo>
                  <a:cubicBezTo>
                    <a:pt x="319" y="0"/>
                    <a:pt x="222" y="22"/>
                    <a:pt x="148" y="64"/>
                  </a:cubicBezTo>
                  <a:cubicBezTo>
                    <a:pt x="0" y="149"/>
                    <a:pt x="0" y="287"/>
                    <a:pt x="148" y="372"/>
                  </a:cubicBezTo>
                  <a:cubicBezTo>
                    <a:pt x="222" y="415"/>
                    <a:pt x="319" y="436"/>
                    <a:pt x="415" y="436"/>
                  </a:cubicBezTo>
                  <a:cubicBezTo>
                    <a:pt x="512" y="436"/>
                    <a:pt x="609" y="415"/>
                    <a:pt x="683" y="372"/>
                  </a:cubicBezTo>
                  <a:cubicBezTo>
                    <a:pt x="830" y="287"/>
                    <a:pt x="830" y="149"/>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3" name="Google Shape;4473;p33"/>
            <p:cNvSpPr/>
            <p:nvPr/>
          </p:nvSpPr>
          <p:spPr>
            <a:xfrm>
              <a:off x="1994225" y="3380625"/>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33"/>
            <p:cNvSpPr/>
            <p:nvPr/>
          </p:nvSpPr>
          <p:spPr>
            <a:xfrm>
              <a:off x="2025950" y="3403625"/>
              <a:ext cx="11050" cy="5825"/>
            </a:xfrm>
            <a:custGeom>
              <a:rect b="b" l="l" r="r" t="t"/>
              <a:pathLst>
                <a:path extrusionOk="0" h="233" w="442">
                  <a:moveTo>
                    <a:pt x="221" y="1"/>
                  </a:moveTo>
                  <a:cubicBezTo>
                    <a:pt x="170" y="1"/>
                    <a:pt x="118" y="12"/>
                    <a:pt x="79" y="35"/>
                  </a:cubicBezTo>
                  <a:cubicBezTo>
                    <a:pt x="1" y="80"/>
                    <a:pt x="1" y="153"/>
                    <a:pt x="79" y="198"/>
                  </a:cubicBezTo>
                  <a:cubicBezTo>
                    <a:pt x="118" y="221"/>
                    <a:pt x="170" y="232"/>
                    <a:pt x="221" y="232"/>
                  </a:cubicBezTo>
                  <a:cubicBezTo>
                    <a:pt x="273" y="232"/>
                    <a:pt x="324" y="221"/>
                    <a:pt x="363" y="198"/>
                  </a:cubicBezTo>
                  <a:cubicBezTo>
                    <a:pt x="441" y="153"/>
                    <a:pt x="441" y="80"/>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33"/>
            <p:cNvSpPr/>
            <p:nvPr/>
          </p:nvSpPr>
          <p:spPr>
            <a:xfrm>
              <a:off x="2050350" y="3413150"/>
              <a:ext cx="27100" cy="14275"/>
            </a:xfrm>
            <a:custGeom>
              <a:rect b="b" l="l" r="r" t="t"/>
              <a:pathLst>
                <a:path extrusionOk="0" h="571" w="1084">
                  <a:moveTo>
                    <a:pt x="542" y="0"/>
                  </a:moveTo>
                  <a:cubicBezTo>
                    <a:pt x="416" y="0"/>
                    <a:pt x="289" y="28"/>
                    <a:pt x="193" y="84"/>
                  </a:cubicBezTo>
                  <a:cubicBezTo>
                    <a:pt x="0" y="195"/>
                    <a:pt x="0" y="375"/>
                    <a:pt x="193" y="487"/>
                  </a:cubicBezTo>
                  <a:cubicBezTo>
                    <a:pt x="289" y="543"/>
                    <a:pt x="416" y="571"/>
                    <a:pt x="542" y="571"/>
                  </a:cubicBezTo>
                  <a:cubicBezTo>
                    <a:pt x="668" y="571"/>
                    <a:pt x="794" y="543"/>
                    <a:pt x="891" y="487"/>
                  </a:cubicBezTo>
                  <a:cubicBezTo>
                    <a:pt x="1084" y="375"/>
                    <a:pt x="1084" y="195"/>
                    <a:pt x="891" y="84"/>
                  </a:cubicBezTo>
                  <a:cubicBezTo>
                    <a:pt x="794"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33"/>
            <p:cNvSpPr/>
            <p:nvPr/>
          </p:nvSpPr>
          <p:spPr>
            <a:xfrm>
              <a:off x="2070000" y="3335100"/>
              <a:ext cx="16975" cy="8925"/>
            </a:xfrm>
            <a:custGeom>
              <a:rect b="b" l="l" r="r" t="t"/>
              <a:pathLst>
                <a:path extrusionOk="0" h="357" w="679">
                  <a:moveTo>
                    <a:pt x="340" y="0"/>
                  </a:moveTo>
                  <a:cubicBezTo>
                    <a:pt x="261" y="0"/>
                    <a:pt x="182" y="18"/>
                    <a:pt x="122" y="53"/>
                  </a:cubicBezTo>
                  <a:cubicBezTo>
                    <a:pt x="1" y="122"/>
                    <a:pt x="1" y="235"/>
                    <a:pt x="122" y="305"/>
                  </a:cubicBezTo>
                  <a:cubicBezTo>
                    <a:pt x="182" y="339"/>
                    <a:pt x="261" y="357"/>
                    <a:pt x="340" y="357"/>
                  </a:cubicBezTo>
                  <a:cubicBezTo>
                    <a:pt x="418" y="357"/>
                    <a:pt x="497" y="339"/>
                    <a:pt x="557" y="305"/>
                  </a:cubicBezTo>
                  <a:cubicBezTo>
                    <a:pt x="678" y="235"/>
                    <a:pt x="678" y="122"/>
                    <a:pt x="557" y="53"/>
                  </a:cubicBezTo>
                  <a:cubicBezTo>
                    <a:pt x="497" y="18"/>
                    <a:pt x="418"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7" name="Google Shape;4477;p33"/>
            <p:cNvSpPr/>
            <p:nvPr/>
          </p:nvSpPr>
          <p:spPr>
            <a:xfrm>
              <a:off x="2109950" y="3358150"/>
              <a:ext cx="16950" cy="8950"/>
            </a:xfrm>
            <a:custGeom>
              <a:rect b="b" l="l" r="r" t="t"/>
              <a:pathLst>
                <a:path extrusionOk="0" h="358" w="678">
                  <a:moveTo>
                    <a:pt x="339" y="1"/>
                  </a:moveTo>
                  <a:cubicBezTo>
                    <a:pt x="260" y="1"/>
                    <a:pt x="181" y="18"/>
                    <a:pt x="121" y="53"/>
                  </a:cubicBezTo>
                  <a:cubicBezTo>
                    <a:pt x="1" y="123"/>
                    <a:pt x="1" y="235"/>
                    <a:pt x="121" y="305"/>
                  </a:cubicBezTo>
                  <a:cubicBezTo>
                    <a:pt x="181" y="340"/>
                    <a:pt x="260" y="357"/>
                    <a:pt x="339" y="357"/>
                  </a:cubicBezTo>
                  <a:cubicBezTo>
                    <a:pt x="418" y="357"/>
                    <a:pt x="497" y="340"/>
                    <a:pt x="558" y="305"/>
                  </a:cubicBezTo>
                  <a:cubicBezTo>
                    <a:pt x="678" y="235"/>
                    <a:pt x="678" y="123"/>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8" name="Google Shape;4478;p33"/>
            <p:cNvSpPr/>
            <p:nvPr/>
          </p:nvSpPr>
          <p:spPr>
            <a:xfrm>
              <a:off x="2143500" y="3390575"/>
              <a:ext cx="28825" cy="15200"/>
            </a:xfrm>
            <a:custGeom>
              <a:rect b="b" l="l" r="r" t="t"/>
              <a:pathLst>
                <a:path extrusionOk="0" h="608" w="1153">
                  <a:moveTo>
                    <a:pt x="576" y="0"/>
                  </a:moveTo>
                  <a:cubicBezTo>
                    <a:pt x="442" y="0"/>
                    <a:pt x="307" y="30"/>
                    <a:pt x="205" y="89"/>
                  </a:cubicBezTo>
                  <a:cubicBezTo>
                    <a:pt x="0" y="208"/>
                    <a:pt x="0" y="400"/>
                    <a:pt x="205" y="518"/>
                  </a:cubicBezTo>
                  <a:cubicBezTo>
                    <a:pt x="307" y="577"/>
                    <a:pt x="442" y="607"/>
                    <a:pt x="576" y="607"/>
                  </a:cubicBezTo>
                  <a:cubicBezTo>
                    <a:pt x="711" y="607"/>
                    <a:pt x="845" y="577"/>
                    <a:pt x="948" y="518"/>
                  </a:cubicBezTo>
                  <a:cubicBezTo>
                    <a:pt x="1152" y="400"/>
                    <a:pt x="1152"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9" name="Google Shape;4479;p33"/>
            <p:cNvSpPr/>
            <p:nvPr/>
          </p:nvSpPr>
          <p:spPr>
            <a:xfrm>
              <a:off x="2156375" y="3333025"/>
              <a:ext cx="22825" cy="12025"/>
            </a:xfrm>
            <a:custGeom>
              <a:rect b="b" l="l" r="r" t="t"/>
              <a:pathLst>
                <a:path extrusionOk="0" h="481" w="913">
                  <a:moveTo>
                    <a:pt x="457" y="1"/>
                  </a:moveTo>
                  <a:cubicBezTo>
                    <a:pt x="350" y="1"/>
                    <a:pt x="244" y="24"/>
                    <a:pt x="163" y="71"/>
                  </a:cubicBezTo>
                  <a:cubicBezTo>
                    <a:pt x="1" y="164"/>
                    <a:pt x="1" y="317"/>
                    <a:pt x="163" y="411"/>
                  </a:cubicBezTo>
                  <a:cubicBezTo>
                    <a:pt x="244" y="457"/>
                    <a:pt x="350" y="480"/>
                    <a:pt x="457" y="480"/>
                  </a:cubicBezTo>
                  <a:cubicBezTo>
                    <a:pt x="563" y="480"/>
                    <a:pt x="669" y="457"/>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33"/>
            <p:cNvSpPr/>
            <p:nvPr/>
          </p:nvSpPr>
          <p:spPr>
            <a:xfrm>
              <a:off x="2187475" y="3366050"/>
              <a:ext cx="18950" cy="9975"/>
            </a:xfrm>
            <a:custGeom>
              <a:rect b="b" l="l" r="r" t="t"/>
              <a:pathLst>
                <a:path extrusionOk="0" h="399" w="758">
                  <a:moveTo>
                    <a:pt x="379" y="0"/>
                  </a:moveTo>
                  <a:cubicBezTo>
                    <a:pt x="290" y="0"/>
                    <a:pt x="202" y="20"/>
                    <a:pt x="135" y="59"/>
                  </a:cubicBezTo>
                  <a:cubicBezTo>
                    <a:pt x="1" y="137"/>
                    <a:pt x="1" y="263"/>
                    <a:pt x="135" y="340"/>
                  </a:cubicBezTo>
                  <a:cubicBezTo>
                    <a:pt x="202" y="379"/>
                    <a:pt x="290" y="399"/>
                    <a:pt x="379" y="399"/>
                  </a:cubicBezTo>
                  <a:cubicBezTo>
                    <a:pt x="467" y="399"/>
                    <a:pt x="555" y="379"/>
                    <a:pt x="623" y="340"/>
                  </a:cubicBezTo>
                  <a:cubicBezTo>
                    <a:pt x="758" y="263"/>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33"/>
            <p:cNvSpPr/>
            <p:nvPr/>
          </p:nvSpPr>
          <p:spPr>
            <a:xfrm>
              <a:off x="2003725" y="3273200"/>
              <a:ext cx="27975" cy="14725"/>
            </a:xfrm>
            <a:custGeom>
              <a:rect b="b" l="l" r="r" t="t"/>
              <a:pathLst>
                <a:path extrusionOk="0" h="589" w="1119">
                  <a:moveTo>
                    <a:pt x="559" y="1"/>
                  </a:moveTo>
                  <a:cubicBezTo>
                    <a:pt x="429" y="1"/>
                    <a:pt x="299" y="29"/>
                    <a:pt x="199" y="87"/>
                  </a:cubicBezTo>
                  <a:cubicBezTo>
                    <a:pt x="1" y="202"/>
                    <a:pt x="1" y="387"/>
                    <a:pt x="199" y="502"/>
                  </a:cubicBezTo>
                  <a:cubicBezTo>
                    <a:pt x="299" y="560"/>
                    <a:pt x="429" y="588"/>
                    <a:pt x="559" y="588"/>
                  </a:cubicBezTo>
                  <a:cubicBezTo>
                    <a:pt x="689" y="588"/>
                    <a:pt x="820" y="560"/>
                    <a:pt x="919" y="502"/>
                  </a:cubicBezTo>
                  <a:cubicBezTo>
                    <a:pt x="1119" y="387"/>
                    <a:pt x="1119" y="202"/>
                    <a:pt x="919" y="87"/>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33"/>
            <p:cNvSpPr/>
            <p:nvPr/>
          </p:nvSpPr>
          <p:spPr>
            <a:xfrm>
              <a:off x="1971025" y="3257450"/>
              <a:ext cx="15575" cy="8200"/>
            </a:xfrm>
            <a:custGeom>
              <a:rect b="b" l="l" r="r" t="t"/>
              <a:pathLst>
                <a:path extrusionOk="0" h="328" w="623">
                  <a:moveTo>
                    <a:pt x="312" y="1"/>
                  </a:moveTo>
                  <a:cubicBezTo>
                    <a:pt x="239" y="1"/>
                    <a:pt x="167" y="17"/>
                    <a:pt x="111" y="48"/>
                  </a:cubicBezTo>
                  <a:cubicBezTo>
                    <a:pt x="1" y="113"/>
                    <a:pt x="1" y="216"/>
                    <a:pt x="111" y="280"/>
                  </a:cubicBezTo>
                  <a:cubicBezTo>
                    <a:pt x="167" y="312"/>
                    <a:pt x="239" y="328"/>
                    <a:pt x="312" y="328"/>
                  </a:cubicBezTo>
                  <a:cubicBezTo>
                    <a:pt x="384" y="328"/>
                    <a:pt x="457" y="312"/>
                    <a:pt x="512" y="280"/>
                  </a:cubicBezTo>
                  <a:cubicBezTo>
                    <a:pt x="623" y="216"/>
                    <a:pt x="623" y="113"/>
                    <a:pt x="512" y="48"/>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33"/>
            <p:cNvSpPr/>
            <p:nvPr/>
          </p:nvSpPr>
          <p:spPr>
            <a:xfrm>
              <a:off x="2018850" y="3298575"/>
              <a:ext cx="28325" cy="14900"/>
            </a:xfrm>
            <a:custGeom>
              <a:rect b="b" l="l" r="r" t="t"/>
              <a:pathLst>
                <a:path extrusionOk="0" h="596" w="1133">
                  <a:moveTo>
                    <a:pt x="566" y="0"/>
                  </a:moveTo>
                  <a:cubicBezTo>
                    <a:pt x="434" y="0"/>
                    <a:pt x="302" y="29"/>
                    <a:pt x="201" y="87"/>
                  </a:cubicBezTo>
                  <a:cubicBezTo>
                    <a:pt x="0" y="203"/>
                    <a:pt x="0" y="392"/>
                    <a:pt x="201" y="508"/>
                  </a:cubicBezTo>
                  <a:cubicBezTo>
                    <a:pt x="302" y="566"/>
                    <a:pt x="434" y="595"/>
                    <a:pt x="566" y="595"/>
                  </a:cubicBezTo>
                  <a:cubicBezTo>
                    <a:pt x="698" y="595"/>
                    <a:pt x="830" y="566"/>
                    <a:pt x="931" y="508"/>
                  </a:cubicBezTo>
                  <a:cubicBezTo>
                    <a:pt x="1132" y="392"/>
                    <a:pt x="1132"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33"/>
            <p:cNvSpPr/>
            <p:nvPr/>
          </p:nvSpPr>
          <p:spPr>
            <a:xfrm>
              <a:off x="2042750" y="3327450"/>
              <a:ext cx="19575" cy="10300"/>
            </a:xfrm>
            <a:custGeom>
              <a:rect b="b" l="l" r="r" t="t"/>
              <a:pathLst>
                <a:path extrusionOk="0" h="412" w="783">
                  <a:moveTo>
                    <a:pt x="392" y="0"/>
                  </a:moveTo>
                  <a:cubicBezTo>
                    <a:pt x="300" y="0"/>
                    <a:pt x="209" y="20"/>
                    <a:pt x="140" y="60"/>
                  </a:cubicBezTo>
                  <a:cubicBezTo>
                    <a:pt x="0" y="140"/>
                    <a:pt x="0" y="271"/>
                    <a:pt x="140" y="351"/>
                  </a:cubicBezTo>
                  <a:cubicBezTo>
                    <a:pt x="209" y="391"/>
                    <a:pt x="300" y="411"/>
                    <a:pt x="392" y="411"/>
                  </a:cubicBezTo>
                  <a:cubicBezTo>
                    <a:pt x="483" y="411"/>
                    <a:pt x="574" y="391"/>
                    <a:pt x="644" y="351"/>
                  </a:cubicBezTo>
                  <a:cubicBezTo>
                    <a:pt x="783" y="271"/>
                    <a:pt x="783" y="140"/>
                    <a:pt x="644" y="60"/>
                  </a:cubicBezTo>
                  <a:cubicBezTo>
                    <a:pt x="574" y="20"/>
                    <a:pt x="483" y="0"/>
                    <a:pt x="3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5" name="Google Shape;4485;p33"/>
            <p:cNvSpPr/>
            <p:nvPr/>
          </p:nvSpPr>
          <p:spPr>
            <a:xfrm>
              <a:off x="2083375" y="3273650"/>
              <a:ext cx="18150" cy="9600"/>
            </a:xfrm>
            <a:custGeom>
              <a:rect b="b" l="l" r="r" t="t"/>
              <a:pathLst>
                <a:path extrusionOk="0" h="384" w="726">
                  <a:moveTo>
                    <a:pt x="362" y="1"/>
                  </a:moveTo>
                  <a:cubicBezTo>
                    <a:pt x="278" y="1"/>
                    <a:pt x="193" y="20"/>
                    <a:pt x="129" y="57"/>
                  </a:cubicBezTo>
                  <a:cubicBezTo>
                    <a:pt x="0" y="132"/>
                    <a:pt x="0" y="252"/>
                    <a:pt x="129" y="327"/>
                  </a:cubicBezTo>
                  <a:cubicBezTo>
                    <a:pt x="193" y="364"/>
                    <a:pt x="278" y="383"/>
                    <a:pt x="362" y="383"/>
                  </a:cubicBezTo>
                  <a:cubicBezTo>
                    <a:pt x="447" y="383"/>
                    <a:pt x="531" y="364"/>
                    <a:pt x="596" y="327"/>
                  </a:cubicBezTo>
                  <a:cubicBezTo>
                    <a:pt x="725" y="252"/>
                    <a:pt x="725" y="132"/>
                    <a:pt x="596" y="57"/>
                  </a:cubicBezTo>
                  <a:cubicBezTo>
                    <a:pt x="531"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6" name="Google Shape;4486;p33"/>
            <p:cNvSpPr/>
            <p:nvPr/>
          </p:nvSpPr>
          <p:spPr>
            <a:xfrm>
              <a:off x="1956225" y="3275675"/>
              <a:ext cx="16550" cy="9575"/>
            </a:xfrm>
            <a:custGeom>
              <a:rect b="b" l="l" r="r" t="t"/>
              <a:pathLst>
                <a:path extrusionOk="0" h="383" w="662">
                  <a:moveTo>
                    <a:pt x="330" y="0"/>
                  </a:moveTo>
                  <a:cubicBezTo>
                    <a:pt x="148" y="0"/>
                    <a:pt x="0" y="87"/>
                    <a:pt x="0" y="191"/>
                  </a:cubicBezTo>
                  <a:cubicBezTo>
                    <a:pt x="0" y="297"/>
                    <a:pt x="148" y="382"/>
                    <a:pt x="330" y="382"/>
                  </a:cubicBezTo>
                  <a:cubicBezTo>
                    <a:pt x="514" y="382"/>
                    <a:pt x="661" y="297"/>
                    <a:pt x="661" y="191"/>
                  </a:cubicBezTo>
                  <a:cubicBezTo>
                    <a:pt x="661" y="87"/>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33"/>
            <p:cNvSpPr/>
            <p:nvPr/>
          </p:nvSpPr>
          <p:spPr>
            <a:xfrm>
              <a:off x="2065650" y="3291100"/>
              <a:ext cx="16550" cy="9550"/>
            </a:xfrm>
            <a:custGeom>
              <a:rect b="b" l="l" r="r" t="t"/>
              <a:pathLst>
                <a:path extrusionOk="0" h="382" w="662">
                  <a:moveTo>
                    <a:pt x="331" y="0"/>
                  </a:moveTo>
                  <a:cubicBezTo>
                    <a:pt x="148" y="0"/>
                    <a:pt x="1" y="86"/>
                    <a:pt x="1" y="191"/>
                  </a:cubicBezTo>
                  <a:cubicBezTo>
                    <a:pt x="1" y="296"/>
                    <a:pt x="148" y="382"/>
                    <a:pt x="331" y="382"/>
                  </a:cubicBezTo>
                  <a:cubicBezTo>
                    <a:pt x="514" y="382"/>
                    <a:pt x="662" y="296"/>
                    <a:pt x="662" y="191"/>
                  </a:cubicBezTo>
                  <a:cubicBezTo>
                    <a:pt x="662" y="86"/>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8" name="Google Shape;4488;p33"/>
            <p:cNvSpPr/>
            <p:nvPr/>
          </p:nvSpPr>
          <p:spPr>
            <a:xfrm>
              <a:off x="2047875" y="3251150"/>
              <a:ext cx="23675" cy="12475"/>
            </a:xfrm>
            <a:custGeom>
              <a:rect b="b" l="l" r="r" t="t"/>
              <a:pathLst>
                <a:path extrusionOk="0" h="499" w="947">
                  <a:moveTo>
                    <a:pt x="474" y="1"/>
                  </a:moveTo>
                  <a:cubicBezTo>
                    <a:pt x="363" y="1"/>
                    <a:pt x="253" y="25"/>
                    <a:pt x="169" y="74"/>
                  </a:cubicBezTo>
                  <a:cubicBezTo>
                    <a:pt x="1" y="171"/>
                    <a:pt x="1" y="329"/>
                    <a:pt x="169" y="426"/>
                  </a:cubicBezTo>
                  <a:cubicBezTo>
                    <a:pt x="253" y="474"/>
                    <a:pt x="363" y="498"/>
                    <a:pt x="474" y="498"/>
                  </a:cubicBezTo>
                  <a:cubicBezTo>
                    <a:pt x="584" y="498"/>
                    <a:pt x="695" y="474"/>
                    <a:pt x="779" y="426"/>
                  </a:cubicBezTo>
                  <a:cubicBezTo>
                    <a:pt x="947" y="329"/>
                    <a:pt x="947" y="171"/>
                    <a:pt x="779" y="74"/>
                  </a:cubicBezTo>
                  <a:cubicBezTo>
                    <a:pt x="695" y="25"/>
                    <a:pt x="58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9" name="Google Shape;4489;p33"/>
            <p:cNvSpPr/>
            <p:nvPr/>
          </p:nvSpPr>
          <p:spPr>
            <a:xfrm>
              <a:off x="1973375" y="3294700"/>
              <a:ext cx="20800" cy="10925"/>
            </a:xfrm>
            <a:custGeom>
              <a:rect b="b" l="l" r="r" t="t"/>
              <a:pathLst>
                <a:path extrusionOk="0" h="437" w="832">
                  <a:moveTo>
                    <a:pt x="416" y="1"/>
                  </a:moveTo>
                  <a:cubicBezTo>
                    <a:pt x="319" y="1"/>
                    <a:pt x="222" y="22"/>
                    <a:pt x="148" y="64"/>
                  </a:cubicBezTo>
                  <a:cubicBezTo>
                    <a:pt x="0" y="149"/>
                    <a:pt x="0" y="287"/>
                    <a:pt x="148" y="373"/>
                  </a:cubicBezTo>
                  <a:cubicBezTo>
                    <a:pt x="222" y="415"/>
                    <a:pt x="319" y="437"/>
                    <a:pt x="416" y="437"/>
                  </a:cubicBezTo>
                  <a:cubicBezTo>
                    <a:pt x="513" y="437"/>
                    <a:pt x="609" y="415"/>
                    <a:pt x="684" y="373"/>
                  </a:cubicBezTo>
                  <a:cubicBezTo>
                    <a:pt x="831" y="287"/>
                    <a:pt x="831" y="149"/>
                    <a:pt x="684" y="64"/>
                  </a:cubicBezTo>
                  <a:cubicBezTo>
                    <a:pt x="609"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33"/>
            <p:cNvSpPr/>
            <p:nvPr/>
          </p:nvSpPr>
          <p:spPr>
            <a:xfrm>
              <a:off x="1934575" y="3296475"/>
              <a:ext cx="23000" cy="12100"/>
            </a:xfrm>
            <a:custGeom>
              <a:rect b="b" l="l" r="r" t="t"/>
              <a:pathLst>
                <a:path extrusionOk="0" h="484" w="920">
                  <a:moveTo>
                    <a:pt x="460" y="1"/>
                  </a:moveTo>
                  <a:cubicBezTo>
                    <a:pt x="353" y="1"/>
                    <a:pt x="246" y="24"/>
                    <a:pt x="164" y="71"/>
                  </a:cubicBezTo>
                  <a:cubicBezTo>
                    <a:pt x="0" y="166"/>
                    <a:pt x="0" y="319"/>
                    <a:pt x="164" y="412"/>
                  </a:cubicBezTo>
                  <a:cubicBezTo>
                    <a:pt x="246" y="460"/>
                    <a:pt x="353" y="484"/>
                    <a:pt x="460" y="484"/>
                  </a:cubicBezTo>
                  <a:cubicBezTo>
                    <a:pt x="567" y="484"/>
                    <a:pt x="675" y="460"/>
                    <a:pt x="756" y="412"/>
                  </a:cubicBezTo>
                  <a:cubicBezTo>
                    <a:pt x="920" y="319"/>
                    <a:pt x="920" y="166"/>
                    <a:pt x="756" y="71"/>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1" name="Google Shape;4491;p33"/>
            <p:cNvSpPr/>
            <p:nvPr/>
          </p:nvSpPr>
          <p:spPr>
            <a:xfrm>
              <a:off x="1966300" y="3319450"/>
              <a:ext cx="11050" cy="5825"/>
            </a:xfrm>
            <a:custGeom>
              <a:rect b="b" l="l" r="r" t="t"/>
              <a:pathLst>
                <a:path extrusionOk="0" h="233" w="442">
                  <a:moveTo>
                    <a:pt x="221" y="0"/>
                  </a:moveTo>
                  <a:cubicBezTo>
                    <a:pt x="169" y="0"/>
                    <a:pt x="118" y="12"/>
                    <a:pt x="79" y="34"/>
                  </a:cubicBezTo>
                  <a:cubicBezTo>
                    <a:pt x="1" y="80"/>
                    <a:pt x="1" y="153"/>
                    <a:pt x="79" y="199"/>
                  </a:cubicBezTo>
                  <a:cubicBezTo>
                    <a:pt x="118" y="221"/>
                    <a:pt x="169" y="233"/>
                    <a:pt x="221" y="233"/>
                  </a:cubicBezTo>
                  <a:cubicBezTo>
                    <a:pt x="272" y="233"/>
                    <a:pt x="323" y="221"/>
                    <a:pt x="362" y="199"/>
                  </a:cubicBezTo>
                  <a:cubicBezTo>
                    <a:pt x="442" y="153"/>
                    <a:pt x="442" y="80"/>
                    <a:pt x="362" y="34"/>
                  </a:cubicBezTo>
                  <a:cubicBezTo>
                    <a:pt x="323" y="12"/>
                    <a:pt x="272" y="0"/>
                    <a:pt x="2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33"/>
            <p:cNvSpPr/>
            <p:nvPr/>
          </p:nvSpPr>
          <p:spPr>
            <a:xfrm>
              <a:off x="1990700" y="3328975"/>
              <a:ext cx="27100" cy="14275"/>
            </a:xfrm>
            <a:custGeom>
              <a:rect b="b" l="l" r="r" t="t"/>
              <a:pathLst>
                <a:path extrusionOk="0" h="571" w="1084">
                  <a:moveTo>
                    <a:pt x="542" y="1"/>
                  </a:moveTo>
                  <a:cubicBezTo>
                    <a:pt x="416" y="1"/>
                    <a:pt x="290" y="29"/>
                    <a:pt x="193" y="85"/>
                  </a:cubicBezTo>
                  <a:cubicBezTo>
                    <a:pt x="0" y="195"/>
                    <a:pt x="0" y="376"/>
                    <a:pt x="193" y="487"/>
                  </a:cubicBezTo>
                  <a:cubicBezTo>
                    <a:pt x="290" y="543"/>
                    <a:pt x="416" y="570"/>
                    <a:pt x="542" y="570"/>
                  </a:cubicBezTo>
                  <a:cubicBezTo>
                    <a:pt x="668" y="570"/>
                    <a:pt x="795" y="543"/>
                    <a:pt x="891" y="487"/>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33"/>
            <p:cNvSpPr/>
            <p:nvPr/>
          </p:nvSpPr>
          <p:spPr>
            <a:xfrm>
              <a:off x="2010350" y="3250925"/>
              <a:ext cx="16950" cy="8950"/>
            </a:xfrm>
            <a:custGeom>
              <a:rect b="b" l="l" r="r" t="t"/>
              <a:pathLst>
                <a:path extrusionOk="0" h="358" w="678">
                  <a:moveTo>
                    <a:pt x="339" y="1"/>
                  </a:moveTo>
                  <a:cubicBezTo>
                    <a:pt x="261" y="1"/>
                    <a:pt x="181" y="18"/>
                    <a:pt x="121" y="53"/>
                  </a:cubicBezTo>
                  <a:cubicBezTo>
                    <a:pt x="1" y="123"/>
                    <a:pt x="1" y="235"/>
                    <a:pt x="121" y="305"/>
                  </a:cubicBezTo>
                  <a:cubicBezTo>
                    <a:pt x="181" y="340"/>
                    <a:pt x="261" y="357"/>
                    <a:pt x="339" y="357"/>
                  </a:cubicBezTo>
                  <a:cubicBezTo>
                    <a:pt x="418" y="357"/>
                    <a:pt x="497" y="340"/>
                    <a:pt x="557" y="305"/>
                  </a:cubicBezTo>
                  <a:cubicBezTo>
                    <a:pt x="678" y="235"/>
                    <a:pt x="678"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33"/>
            <p:cNvSpPr/>
            <p:nvPr/>
          </p:nvSpPr>
          <p:spPr>
            <a:xfrm>
              <a:off x="2050300" y="3274000"/>
              <a:ext cx="16950" cy="8925"/>
            </a:xfrm>
            <a:custGeom>
              <a:rect b="b" l="l" r="r" t="t"/>
              <a:pathLst>
                <a:path extrusionOk="0" h="357" w="678">
                  <a:moveTo>
                    <a:pt x="339" y="0"/>
                  </a:moveTo>
                  <a:cubicBezTo>
                    <a:pt x="260" y="0"/>
                    <a:pt x="181" y="18"/>
                    <a:pt x="121" y="53"/>
                  </a:cubicBezTo>
                  <a:cubicBezTo>
                    <a:pt x="1" y="122"/>
                    <a:pt x="1" y="235"/>
                    <a:pt x="121" y="305"/>
                  </a:cubicBezTo>
                  <a:cubicBezTo>
                    <a:pt x="181" y="339"/>
                    <a:pt x="260" y="357"/>
                    <a:pt x="339" y="357"/>
                  </a:cubicBezTo>
                  <a:cubicBezTo>
                    <a:pt x="418" y="357"/>
                    <a:pt x="498" y="339"/>
                    <a:pt x="558" y="305"/>
                  </a:cubicBezTo>
                  <a:cubicBezTo>
                    <a:pt x="678" y="235"/>
                    <a:pt x="678" y="122"/>
                    <a:pt x="558" y="53"/>
                  </a:cubicBezTo>
                  <a:cubicBezTo>
                    <a:pt x="498"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5" name="Google Shape;4495;p33"/>
            <p:cNvSpPr/>
            <p:nvPr/>
          </p:nvSpPr>
          <p:spPr>
            <a:xfrm>
              <a:off x="2083825" y="3306400"/>
              <a:ext cx="28850" cy="15175"/>
            </a:xfrm>
            <a:custGeom>
              <a:rect b="b" l="l" r="r" t="t"/>
              <a:pathLst>
                <a:path extrusionOk="0" h="607" w="1154">
                  <a:moveTo>
                    <a:pt x="577" y="1"/>
                  </a:moveTo>
                  <a:cubicBezTo>
                    <a:pt x="443" y="1"/>
                    <a:pt x="308" y="30"/>
                    <a:pt x="206" y="89"/>
                  </a:cubicBezTo>
                  <a:cubicBezTo>
                    <a:pt x="0" y="208"/>
                    <a:pt x="0" y="400"/>
                    <a:pt x="206" y="518"/>
                  </a:cubicBezTo>
                  <a:cubicBezTo>
                    <a:pt x="308" y="577"/>
                    <a:pt x="443" y="607"/>
                    <a:pt x="577" y="607"/>
                  </a:cubicBezTo>
                  <a:cubicBezTo>
                    <a:pt x="712" y="607"/>
                    <a:pt x="846" y="577"/>
                    <a:pt x="949" y="518"/>
                  </a:cubicBezTo>
                  <a:cubicBezTo>
                    <a:pt x="1153" y="400"/>
                    <a:pt x="1153" y="208"/>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33"/>
            <p:cNvSpPr/>
            <p:nvPr/>
          </p:nvSpPr>
          <p:spPr>
            <a:xfrm>
              <a:off x="2096700" y="3248850"/>
              <a:ext cx="22850" cy="12025"/>
            </a:xfrm>
            <a:custGeom>
              <a:rect b="b" l="l" r="r" t="t"/>
              <a:pathLst>
                <a:path extrusionOk="0" h="481" w="914">
                  <a:moveTo>
                    <a:pt x="458" y="0"/>
                  </a:moveTo>
                  <a:cubicBezTo>
                    <a:pt x="351" y="0"/>
                    <a:pt x="245" y="24"/>
                    <a:pt x="164" y="71"/>
                  </a:cubicBezTo>
                  <a:cubicBezTo>
                    <a:pt x="1" y="165"/>
                    <a:pt x="1" y="316"/>
                    <a:pt x="164" y="410"/>
                  </a:cubicBezTo>
                  <a:cubicBezTo>
                    <a:pt x="245" y="457"/>
                    <a:pt x="351" y="481"/>
                    <a:pt x="458" y="481"/>
                  </a:cubicBezTo>
                  <a:cubicBezTo>
                    <a:pt x="564" y="481"/>
                    <a:pt x="670" y="457"/>
                    <a:pt x="751" y="410"/>
                  </a:cubicBezTo>
                  <a:cubicBezTo>
                    <a:pt x="914" y="316"/>
                    <a:pt x="914" y="165"/>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33"/>
            <p:cNvSpPr/>
            <p:nvPr/>
          </p:nvSpPr>
          <p:spPr>
            <a:xfrm>
              <a:off x="2127800" y="3281875"/>
              <a:ext cx="18975" cy="10000"/>
            </a:xfrm>
            <a:custGeom>
              <a:rect b="b" l="l" r="r" t="t"/>
              <a:pathLst>
                <a:path extrusionOk="0" h="400" w="759">
                  <a:moveTo>
                    <a:pt x="380" y="1"/>
                  </a:moveTo>
                  <a:cubicBezTo>
                    <a:pt x="291" y="1"/>
                    <a:pt x="203" y="20"/>
                    <a:pt x="136" y="59"/>
                  </a:cubicBezTo>
                  <a:cubicBezTo>
                    <a:pt x="1" y="137"/>
                    <a:pt x="1" y="263"/>
                    <a:pt x="136" y="341"/>
                  </a:cubicBezTo>
                  <a:cubicBezTo>
                    <a:pt x="203" y="380"/>
                    <a:pt x="291" y="399"/>
                    <a:pt x="380" y="399"/>
                  </a:cubicBezTo>
                  <a:cubicBezTo>
                    <a:pt x="468" y="399"/>
                    <a:pt x="556" y="380"/>
                    <a:pt x="624" y="341"/>
                  </a:cubicBezTo>
                  <a:cubicBezTo>
                    <a:pt x="759" y="263"/>
                    <a:pt x="759" y="137"/>
                    <a:pt x="624" y="59"/>
                  </a:cubicBezTo>
                  <a:cubicBezTo>
                    <a:pt x="556"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33"/>
            <p:cNvSpPr/>
            <p:nvPr/>
          </p:nvSpPr>
          <p:spPr>
            <a:xfrm>
              <a:off x="2218325" y="3285925"/>
              <a:ext cx="27950" cy="14700"/>
            </a:xfrm>
            <a:custGeom>
              <a:rect b="b" l="l" r="r" t="t"/>
              <a:pathLst>
                <a:path extrusionOk="0" h="588" w="1118">
                  <a:moveTo>
                    <a:pt x="559" y="1"/>
                  </a:moveTo>
                  <a:cubicBezTo>
                    <a:pt x="429" y="1"/>
                    <a:pt x="299" y="29"/>
                    <a:pt x="199" y="86"/>
                  </a:cubicBezTo>
                  <a:cubicBezTo>
                    <a:pt x="0" y="201"/>
                    <a:pt x="0" y="387"/>
                    <a:pt x="199" y="502"/>
                  </a:cubicBezTo>
                  <a:cubicBezTo>
                    <a:pt x="299" y="559"/>
                    <a:pt x="429" y="588"/>
                    <a:pt x="559" y="588"/>
                  </a:cubicBezTo>
                  <a:cubicBezTo>
                    <a:pt x="689" y="588"/>
                    <a:pt x="820" y="559"/>
                    <a:pt x="920" y="502"/>
                  </a:cubicBezTo>
                  <a:cubicBezTo>
                    <a:pt x="1118" y="387"/>
                    <a:pt x="1118" y="201"/>
                    <a:pt x="920" y="86"/>
                  </a:cubicBezTo>
                  <a:cubicBezTo>
                    <a:pt x="820" y="29"/>
                    <a:pt x="689"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33"/>
            <p:cNvSpPr/>
            <p:nvPr/>
          </p:nvSpPr>
          <p:spPr>
            <a:xfrm>
              <a:off x="2185625" y="3270175"/>
              <a:ext cx="15575" cy="8175"/>
            </a:xfrm>
            <a:custGeom>
              <a:rect b="b" l="l" r="r" t="t"/>
              <a:pathLst>
                <a:path extrusionOk="0" h="327" w="623">
                  <a:moveTo>
                    <a:pt x="312" y="0"/>
                  </a:moveTo>
                  <a:cubicBezTo>
                    <a:pt x="239" y="0"/>
                    <a:pt x="167" y="16"/>
                    <a:pt x="112" y="47"/>
                  </a:cubicBezTo>
                  <a:cubicBezTo>
                    <a:pt x="1" y="112"/>
                    <a:pt x="1" y="215"/>
                    <a:pt x="112" y="279"/>
                  </a:cubicBezTo>
                  <a:cubicBezTo>
                    <a:pt x="167" y="311"/>
                    <a:pt x="239" y="327"/>
                    <a:pt x="312" y="327"/>
                  </a:cubicBezTo>
                  <a:cubicBezTo>
                    <a:pt x="384" y="327"/>
                    <a:pt x="457" y="311"/>
                    <a:pt x="512" y="279"/>
                  </a:cubicBezTo>
                  <a:cubicBezTo>
                    <a:pt x="623" y="215"/>
                    <a:pt x="623" y="112"/>
                    <a:pt x="512" y="47"/>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33"/>
            <p:cNvSpPr/>
            <p:nvPr/>
          </p:nvSpPr>
          <p:spPr>
            <a:xfrm>
              <a:off x="2233425" y="3311275"/>
              <a:ext cx="28350" cy="14900"/>
            </a:xfrm>
            <a:custGeom>
              <a:rect b="b" l="l" r="r" t="t"/>
              <a:pathLst>
                <a:path extrusionOk="0" h="596" w="1134">
                  <a:moveTo>
                    <a:pt x="567" y="0"/>
                  </a:moveTo>
                  <a:cubicBezTo>
                    <a:pt x="435" y="0"/>
                    <a:pt x="303" y="29"/>
                    <a:pt x="202" y="87"/>
                  </a:cubicBezTo>
                  <a:cubicBezTo>
                    <a:pt x="0" y="204"/>
                    <a:pt x="0" y="392"/>
                    <a:pt x="202" y="509"/>
                  </a:cubicBezTo>
                  <a:cubicBezTo>
                    <a:pt x="303" y="567"/>
                    <a:pt x="435" y="596"/>
                    <a:pt x="567" y="596"/>
                  </a:cubicBezTo>
                  <a:cubicBezTo>
                    <a:pt x="699" y="596"/>
                    <a:pt x="831" y="567"/>
                    <a:pt x="932" y="509"/>
                  </a:cubicBezTo>
                  <a:cubicBezTo>
                    <a:pt x="1134" y="392"/>
                    <a:pt x="1134" y="204"/>
                    <a:pt x="932" y="87"/>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1" name="Google Shape;4501;p33"/>
            <p:cNvSpPr/>
            <p:nvPr/>
          </p:nvSpPr>
          <p:spPr>
            <a:xfrm>
              <a:off x="2257350" y="3340150"/>
              <a:ext cx="19550" cy="10300"/>
            </a:xfrm>
            <a:custGeom>
              <a:rect b="b" l="l" r="r" t="t"/>
              <a:pathLst>
                <a:path extrusionOk="0" h="412" w="782">
                  <a:moveTo>
                    <a:pt x="392" y="1"/>
                  </a:moveTo>
                  <a:cubicBezTo>
                    <a:pt x="301" y="1"/>
                    <a:pt x="209" y="21"/>
                    <a:pt x="140" y="61"/>
                  </a:cubicBezTo>
                  <a:cubicBezTo>
                    <a:pt x="1" y="142"/>
                    <a:pt x="1" y="271"/>
                    <a:pt x="140" y="351"/>
                  </a:cubicBezTo>
                  <a:cubicBezTo>
                    <a:pt x="209" y="391"/>
                    <a:pt x="301" y="411"/>
                    <a:pt x="392" y="411"/>
                  </a:cubicBezTo>
                  <a:cubicBezTo>
                    <a:pt x="483" y="411"/>
                    <a:pt x="574" y="391"/>
                    <a:pt x="644" y="351"/>
                  </a:cubicBezTo>
                  <a:cubicBezTo>
                    <a:pt x="782" y="271"/>
                    <a:pt x="782" y="142"/>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2" name="Google Shape;4502;p33"/>
            <p:cNvSpPr/>
            <p:nvPr/>
          </p:nvSpPr>
          <p:spPr>
            <a:xfrm>
              <a:off x="2298775" y="3286375"/>
              <a:ext cx="16550" cy="9575"/>
            </a:xfrm>
            <a:custGeom>
              <a:rect b="b" l="l" r="r" t="t"/>
              <a:pathLst>
                <a:path extrusionOk="0" h="383" w="662">
                  <a:moveTo>
                    <a:pt x="330" y="0"/>
                  </a:moveTo>
                  <a:cubicBezTo>
                    <a:pt x="148" y="0"/>
                    <a:pt x="0" y="86"/>
                    <a:pt x="0" y="191"/>
                  </a:cubicBezTo>
                  <a:cubicBezTo>
                    <a:pt x="0" y="297"/>
                    <a:pt x="148" y="382"/>
                    <a:pt x="330" y="382"/>
                  </a:cubicBezTo>
                  <a:cubicBezTo>
                    <a:pt x="512" y="382"/>
                    <a:pt x="661" y="297"/>
                    <a:pt x="661" y="191"/>
                  </a:cubicBezTo>
                  <a:cubicBezTo>
                    <a:pt x="661" y="86"/>
                    <a:pt x="512"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33"/>
            <p:cNvSpPr/>
            <p:nvPr/>
          </p:nvSpPr>
          <p:spPr>
            <a:xfrm>
              <a:off x="2170800" y="3288400"/>
              <a:ext cx="16550" cy="9575"/>
            </a:xfrm>
            <a:custGeom>
              <a:rect b="b" l="l" r="r" t="t"/>
              <a:pathLst>
                <a:path extrusionOk="0" h="383" w="662">
                  <a:moveTo>
                    <a:pt x="331" y="1"/>
                  </a:moveTo>
                  <a:cubicBezTo>
                    <a:pt x="149" y="1"/>
                    <a:pt x="0" y="86"/>
                    <a:pt x="0" y="191"/>
                  </a:cubicBezTo>
                  <a:cubicBezTo>
                    <a:pt x="0" y="297"/>
                    <a:pt x="149" y="382"/>
                    <a:pt x="331" y="382"/>
                  </a:cubicBezTo>
                  <a:cubicBezTo>
                    <a:pt x="514" y="382"/>
                    <a:pt x="661" y="297"/>
                    <a:pt x="661" y="191"/>
                  </a:cubicBezTo>
                  <a:cubicBezTo>
                    <a:pt x="661"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33"/>
            <p:cNvSpPr/>
            <p:nvPr/>
          </p:nvSpPr>
          <p:spPr>
            <a:xfrm>
              <a:off x="2279450" y="3303825"/>
              <a:ext cx="18150" cy="9550"/>
            </a:xfrm>
            <a:custGeom>
              <a:rect b="b" l="l" r="r" t="t"/>
              <a:pathLst>
                <a:path extrusionOk="0" h="382" w="726">
                  <a:moveTo>
                    <a:pt x="363" y="0"/>
                  </a:moveTo>
                  <a:cubicBezTo>
                    <a:pt x="278" y="0"/>
                    <a:pt x="194" y="19"/>
                    <a:pt x="129" y="56"/>
                  </a:cubicBezTo>
                  <a:cubicBezTo>
                    <a:pt x="0" y="130"/>
                    <a:pt x="0" y="251"/>
                    <a:pt x="129" y="326"/>
                  </a:cubicBezTo>
                  <a:cubicBezTo>
                    <a:pt x="194" y="363"/>
                    <a:pt x="278" y="382"/>
                    <a:pt x="363" y="382"/>
                  </a:cubicBezTo>
                  <a:cubicBezTo>
                    <a:pt x="447" y="382"/>
                    <a:pt x="532" y="363"/>
                    <a:pt x="597" y="326"/>
                  </a:cubicBezTo>
                  <a:cubicBezTo>
                    <a:pt x="726" y="251"/>
                    <a:pt x="726" y="130"/>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33"/>
            <p:cNvSpPr/>
            <p:nvPr/>
          </p:nvSpPr>
          <p:spPr>
            <a:xfrm>
              <a:off x="2262475" y="3263875"/>
              <a:ext cx="23675" cy="12450"/>
            </a:xfrm>
            <a:custGeom>
              <a:rect b="b" l="l" r="r" t="t"/>
              <a:pathLst>
                <a:path extrusionOk="0" h="498" w="947">
                  <a:moveTo>
                    <a:pt x="474" y="0"/>
                  </a:moveTo>
                  <a:cubicBezTo>
                    <a:pt x="363" y="0"/>
                    <a:pt x="253" y="24"/>
                    <a:pt x="169" y="73"/>
                  </a:cubicBezTo>
                  <a:cubicBezTo>
                    <a:pt x="0" y="171"/>
                    <a:pt x="0" y="328"/>
                    <a:pt x="169" y="425"/>
                  </a:cubicBezTo>
                  <a:cubicBezTo>
                    <a:pt x="253" y="473"/>
                    <a:pt x="363" y="498"/>
                    <a:pt x="474" y="498"/>
                  </a:cubicBezTo>
                  <a:cubicBezTo>
                    <a:pt x="584" y="498"/>
                    <a:pt x="694" y="473"/>
                    <a:pt x="778" y="425"/>
                  </a:cubicBezTo>
                  <a:cubicBezTo>
                    <a:pt x="947" y="328"/>
                    <a:pt x="947" y="171"/>
                    <a:pt x="778"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33"/>
            <p:cNvSpPr/>
            <p:nvPr/>
          </p:nvSpPr>
          <p:spPr>
            <a:xfrm>
              <a:off x="2187975" y="3307425"/>
              <a:ext cx="20775" cy="10900"/>
            </a:xfrm>
            <a:custGeom>
              <a:rect b="b" l="l" r="r" t="t"/>
              <a:pathLst>
                <a:path extrusionOk="0" h="436" w="831">
                  <a:moveTo>
                    <a:pt x="416" y="0"/>
                  </a:moveTo>
                  <a:cubicBezTo>
                    <a:pt x="319" y="0"/>
                    <a:pt x="222" y="21"/>
                    <a:pt x="148" y="64"/>
                  </a:cubicBezTo>
                  <a:cubicBezTo>
                    <a:pt x="1" y="148"/>
                    <a:pt x="1" y="287"/>
                    <a:pt x="148" y="372"/>
                  </a:cubicBezTo>
                  <a:cubicBezTo>
                    <a:pt x="222" y="415"/>
                    <a:pt x="319" y="436"/>
                    <a:pt x="416" y="436"/>
                  </a:cubicBezTo>
                  <a:cubicBezTo>
                    <a:pt x="512" y="436"/>
                    <a:pt x="609" y="415"/>
                    <a:pt x="683" y="372"/>
                  </a:cubicBezTo>
                  <a:cubicBezTo>
                    <a:pt x="830" y="288"/>
                    <a:pt x="830" y="150"/>
                    <a:pt x="683" y="64"/>
                  </a:cubicBezTo>
                  <a:cubicBezTo>
                    <a:pt x="609" y="21"/>
                    <a:pt x="512"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7" name="Google Shape;4507;p33"/>
            <p:cNvSpPr/>
            <p:nvPr/>
          </p:nvSpPr>
          <p:spPr>
            <a:xfrm>
              <a:off x="2149150" y="3309175"/>
              <a:ext cx="23025" cy="12125"/>
            </a:xfrm>
            <a:custGeom>
              <a:rect b="b" l="l" r="r" t="t"/>
              <a:pathLst>
                <a:path extrusionOk="0" h="485" w="921">
                  <a:moveTo>
                    <a:pt x="461" y="1"/>
                  </a:moveTo>
                  <a:cubicBezTo>
                    <a:pt x="354" y="1"/>
                    <a:pt x="247" y="24"/>
                    <a:pt x="165" y="71"/>
                  </a:cubicBezTo>
                  <a:cubicBezTo>
                    <a:pt x="1" y="166"/>
                    <a:pt x="1" y="319"/>
                    <a:pt x="165" y="414"/>
                  </a:cubicBezTo>
                  <a:cubicBezTo>
                    <a:pt x="247" y="461"/>
                    <a:pt x="354" y="484"/>
                    <a:pt x="461" y="484"/>
                  </a:cubicBezTo>
                  <a:cubicBezTo>
                    <a:pt x="568" y="484"/>
                    <a:pt x="675" y="461"/>
                    <a:pt x="757" y="414"/>
                  </a:cubicBezTo>
                  <a:cubicBezTo>
                    <a:pt x="920" y="319"/>
                    <a:pt x="920" y="166"/>
                    <a:pt x="757" y="71"/>
                  </a:cubicBezTo>
                  <a:cubicBezTo>
                    <a:pt x="675" y="24"/>
                    <a:pt x="568" y="1"/>
                    <a:pt x="4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33"/>
            <p:cNvSpPr/>
            <p:nvPr/>
          </p:nvSpPr>
          <p:spPr>
            <a:xfrm>
              <a:off x="2180900" y="3332150"/>
              <a:ext cx="11025" cy="5825"/>
            </a:xfrm>
            <a:custGeom>
              <a:rect b="b" l="l" r="r" t="t"/>
              <a:pathLst>
                <a:path extrusionOk="0" h="233" w="441">
                  <a:moveTo>
                    <a:pt x="221" y="1"/>
                  </a:moveTo>
                  <a:cubicBezTo>
                    <a:pt x="170" y="1"/>
                    <a:pt x="118" y="12"/>
                    <a:pt x="79" y="36"/>
                  </a:cubicBezTo>
                  <a:cubicBezTo>
                    <a:pt x="0" y="81"/>
                    <a:pt x="0" y="154"/>
                    <a:pt x="79" y="199"/>
                  </a:cubicBezTo>
                  <a:cubicBezTo>
                    <a:pt x="118" y="222"/>
                    <a:pt x="170" y="233"/>
                    <a:pt x="221" y="233"/>
                  </a:cubicBezTo>
                  <a:cubicBezTo>
                    <a:pt x="272" y="233"/>
                    <a:pt x="324" y="222"/>
                    <a:pt x="363" y="199"/>
                  </a:cubicBezTo>
                  <a:cubicBezTo>
                    <a:pt x="441" y="154"/>
                    <a:pt x="441" y="81"/>
                    <a:pt x="363" y="36"/>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9" name="Google Shape;4509;p33"/>
            <p:cNvSpPr/>
            <p:nvPr/>
          </p:nvSpPr>
          <p:spPr>
            <a:xfrm>
              <a:off x="2205300" y="3341675"/>
              <a:ext cx="27125" cy="14300"/>
            </a:xfrm>
            <a:custGeom>
              <a:rect b="b" l="l" r="r" t="t"/>
              <a:pathLst>
                <a:path extrusionOk="0" h="572" w="1085">
                  <a:moveTo>
                    <a:pt x="542" y="1"/>
                  </a:moveTo>
                  <a:cubicBezTo>
                    <a:pt x="415" y="1"/>
                    <a:pt x="289" y="29"/>
                    <a:pt x="192" y="85"/>
                  </a:cubicBezTo>
                  <a:cubicBezTo>
                    <a:pt x="0" y="195"/>
                    <a:pt x="0" y="376"/>
                    <a:pt x="192" y="488"/>
                  </a:cubicBezTo>
                  <a:cubicBezTo>
                    <a:pt x="289" y="543"/>
                    <a:pt x="415" y="571"/>
                    <a:pt x="542" y="571"/>
                  </a:cubicBezTo>
                  <a:cubicBezTo>
                    <a:pt x="668" y="571"/>
                    <a:pt x="795" y="543"/>
                    <a:pt x="891" y="488"/>
                  </a:cubicBezTo>
                  <a:cubicBezTo>
                    <a:pt x="1084" y="376"/>
                    <a:pt x="1084" y="195"/>
                    <a:pt x="891" y="85"/>
                  </a:cubicBezTo>
                  <a:cubicBezTo>
                    <a:pt x="795" y="29"/>
                    <a:pt x="668"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0" name="Google Shape;4510;p33"/>
            <p:cNvSpPr/>
            <p:nvPr/>
          </p:nvSpPr>
          <p:spPr>
            <a:xfrm>
              <a:off x="2224950" y="3263650"/>
              <a:ext cx="16950" cy="8925"/>
            </a:xfrm>
            <a:custGeom>
              <a:rect b="b" l="l" r="r" t="t"/>
              <a:pathLst>
                <a:path extrusionOk="0" h="357" w="678">
                  <a:moveTo>
                    <a:pt x="339" y="0"/>
                  </a:moveTo>
                  <a:cubicBezTo>
                    <a:pt x="260" y="0"/>
                    <a:pt x="181" y="17"/>
                    <a:pt x="121" y="52"/>
                  </a:cubicBezTo>
                  <a:cubicBezTo>
                    <a:pt x="1" y="122"/>
                    <a:pt x="1" y="235"/>
                    <a:pt x="121" y="304"/>
                  </a:cubicBezTo>
                  <a:cubicBezTo>
                    <a:pt x="181" y="339"/>
                    <a:pt x="260" y="356"/>
                    <a:pt x="339" y="356"/>
                  </a:cubicBezTo>
                  <a:cubicBezTo>
                    <a:pt x="418" y="356"/>
                    <a:pt x="498" y="339"/>
                    <a:pt x="558" y="304"/>
                  </a:cubicBezTo>
                  <a:cubicBezTo>
                    <a:pt x="678" y="235"/>
                    <a:pt x="678" y="122"/>
                    <a:pt x="558" y="52"/>
                  </a:cubicBezTo>
                  <a:cubicBezTo>
                    <a:pt x="498" y="17"/>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33"/>
            <p:cNvSpPr/>
            <p:nvPr/>
          </p:nvSpPr>
          <p:spPr>
            <a:xfrm>
              <a:off x="2264900" y="3286700"/>
              <a:ext cx="16975" cy="8925"/>
            </a:xfrm>
            <a:custGeom>
              <a:rect b="b" l="l" r="r" t="t"/>
              <a:pathLst>
                <a:path extrusionOk="0" h="357" w="679">
                  <a:moveTo>
                    <a:pt x="339" y="1"/>
                  </a:moveTo>
                  <a:cubicBezTo>
                    <a:pt x="260" y="1"/>
                    <a:pt x="182" y="18"/>
                    <a:pt x="121" y="53"/>
                  </a:cubicBezTo>
                  <a:cubicBezTo>
                    <a:pt x="0" y="122"/>
                    <a:pt x="0" y="235"/>
                    <a:pt x="121" y="305"/>
                  </a:cubicBezTo>
                  <a:cubicBezTo>
                    <a:pt x="182" y="340"/>
                    <a:pt x="260" y="357"/>
                    <a:pt x="339" y="357"/>
                  </a:cubicBezTo>
                  <a:cubicBezTo>
                    <a:pt x="418" y="357"/>
                    <a:pt x="497" y="340"/>
                    <a:pt x="558" y="305"/>
                  </a:cubicBezTo>
                  <a:cubicBezTo>
                    <a:pt x="678" y="235"/>
                    <a:pt x="678" y="122"/>
                    <a:pt x="558"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33"/>
            <p:cNvSpPr/>
            <p:nvPr/>
          </p:nvSpPr>
          <p:spPr>
            <a:xfrm>
              <a:off x="2298425" y="3319100"/>
              <a:ext cx="28850" cy="15200"/>
            </a:xfrm>
            <a:custGeom>
              <a:rect b="b" l="l" r="r" t="t"/>
              <a:pathLst>
                <a:path extrusionOk="0" h="608" w="1154">
                  <a:moveTo>
                    <a:pt x="577" y="1"/>
                  </a:moveTo>
                  <a:cubicBezTo>
                    <a:pt x="443" y="1"/>
                    <a:pt x="308" y="30"/>
                    <a:pt x="206" y="89"/>
                  </a:cubicBezTo>
                  <a:cubicBezTo>
                    <a:pt x="0" y="209"/>
                    <a:pt x="0" y="400"/>
                    <a:pt x="206" y="519"/>
                  </a:cubicBezTo>
                  <a:cubicBezTo>
                    <a:pt x="308" y="578"/>
                    <a:pt x="443" y="608"/>
                    <a:pt x="577" y="608"/>
                  </a:cubicBezTo>
                  <a:cubicBezTo>
                    <a:pt x="711" y="608"/>
                    <a:pt x="846" y="578"/>
                    <a:pt x="948" y="519"/>
                  </a:cubicBezTo>
                  <a:cubicBezTo>
                    <a:pt x="1154" y="400"/>
                    <a:pt x="1154" y="209"/>
                    <a:pt x="948" y="89"/>
                  </a:cubicBezTo>
                  <a:cubicBezTo>
                    <a:pt x="846" y="30"/>
                    <a:pt x="711"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33"/>
            <p:cNvSpPr/>
            <p:nvPr/>
          </p:nvSpPr>
          <p:spPr>
            <a:xfrm>
              <a:off x="2311300" y="3261575"/>
              <a:ext cx="22850" cy="12025"/>
            </a:xfrm>
            <a:custGeom>
              <a:rect b="b" l="l" r="r" t="t"/>
              <a:pathLst>
                <a:path extrusionOk="0" h="481" w="914">
                  <a:moveTo>
                    <a:pt x="457" y="0"/>
                  </a:moveTo>
                  <a:cubicBezTo>
                    <a:pt x="351" y="0"/>
                    <a:pt x="244" y="24"/>
                    <a:pt x="163" y="70"/>
                  </a:cubicBezTo>
                  <a:cubicBezTo>
                    <a:pt x="1" y="164"/>
                    <a:pt x="1" y="316"/>
                    <a:pt x="163" y="410"/>
                  </a:cubicBezTo>
                  <a:cubicBezTo>
                    <a:pt x="244" y="457"/>
                    <a:pt x="351" y="480"/>
                    <a:pt x="457" y="480"/>
                  </a:cubicBezTo>
                  <a:cubicBezTo>
                    <a:pt x="564" y="480"/>
                    <a:pt x="670" y="457"/>
                    <a:pt x="752" y="410"/>
                  </a:cubicBezTo>
                  <a:cubicBezTo>
                    <a:pt x="914" y="317"/>
                    <a:pt x="914" y="165"/>
                    <a:pt x="752"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33"/>
            <p:cNvSpPr/>
            <p:nvPr/>
          </p:nvSpPr>
          <p:spPr>
            <a:xfrm>
              <a:off x="2342400" y="3294600"/>
              <a:ext cx="18950" cy="9975"/>
            </a:xfrm>
            <a:custGeom>
              <a:rect b="b" l="l" r="r" t="t"/>
              <a:pathLst>
                <a:path extrusionOk="0" h="399" w="758">
                  <a:moveTo>
                    <a:pt x="380" y="1"/>
                  </a:moveTo>
                  <a:cubicBezTo>
                    <a:pt x="292" y="1"/>
                    <a:pt x="203" y="20"/>
                    <a:pt x="136" y="58"/>
                  </a:cubicBezTo>
                  <a:cubicBezTo>
                    <a:pt x="1" y="136"/>
                    <a:pt x="1" y="263"/>
                    <a:pt x="136" y="340"/>
                  </a:cubicBezTo>
                  <a:cubicBezTo>
                    <a:pt x="203" y="379"/>
                    <a:pt x="292" y="398"/>
                    <a:pt x="380" y="398"/>
                  </a:cubicBezTo>
                  <a:cubicBezTo>
                    <a:pt x="468" y="398"/>
                    <a:pt x="557" y="379"/>
                    <a:pt x="624" y="340"/>
                  </a:cubicBezTo>
                  <a:cubicBezTo>
                    <a:pt x="758" y="263"/>
                    <a:pt x="758" y="136"/>
                    <a:pt x="624" y="58"/>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33"/>
            <p:cNvSpPr/>
            <p:nvPr/>
          </p:nvSpPr>
          <p:spPr>
            <a:xfrm>
              <a:off x="2156850" y="3198075"/>
              <a:ext cx="27975" cy="14725"/>
            </a:xfrm>
            <a:custGeom>
              <a:rect b="b" l="l" r="r" t="t"/>
              <a:pathLst>
                <a:path extrusionOk="0" h="589" w="1119">
                  <a:moveTo>
                    <a:pt x="559" y="1"/>
                  </a:moveTo>
                  <a:cubicBezTo>
                    <a:pt x="429" y="1"/>
                    <a:pt x="299" y="29"/>
                    <a:pt x="200" y="87"/>
                  </a:cubicBezTo>
                  <a:cubicBezTo>
                    <a:pt x="1" y="202"/>
                    <a:pt x="1" y="388"/>
                    <a:pt x="200" y="503"/>
                  </a:cubicBezTo>
                  <a:cubicBezTo>
                    <a:pt x="299" y="560"/>
                    <a:pt x="429" y="589"/>
                    <a:pt x="559" y="589"/>
                  </a:cubicBezTo>
                  <a:cubicBezTo>
                    <a:pt x="690" y="589"/>
                    <a:pt x="820" y="560"/>
                    <a:pt x="920" y="503"/>
                  </a:cubicBezTo>
                  <a:cubicBezTo>
                    <a:pt x="1118" y="388"/>
                    <a:pt x="1118" y="202"/>
                    <a:pt x="920" y="87"/>
                  </a:cubicBezTo>
                  <a:cubicBezTo>
                    <a:pt x="820" y="29"/>
                    <a:pt x="690"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33"/>
            <p:cNvSpPr/>
            <p:nvPr/>
          </p:nvSpPr>
          <p:spPr>
            <a:xfrm>
              <a:off x="2124175" y="3182350"/>
              <a:ext cx="15575" cy="8175"/>
            </a:xfrm>
            <a:custGeom>
              <a:rect b="b" l="l" r="r" t="t"/>
              <a:pathLst>
                <a:path extrusionOk="0" h="327" w="623">
                  <a:moveTo>
                    <a:pt x="311" y="0"/>
                  </a:moveTo>
                  <a:cubicBezTo>
                    <a:pt x="239" y="0"/>
                    <a:pt x="166" y="16"/>
                    <a:pt x="111" y="47"/>
                  </a:cubicBezTo>
                  <a:cubicBezTo>
                    <a:pt x="0" y="112"/>
                    <a:pt x="0" y="215"/>
                    <a:pt x="111" y="279"/>
                  </a:cubicBezTo>
                  <a:cubicBezTo>
                    <a:pt x="166" y="311"/>
                    <a:pt x="239" y="327"/>
                    <a:pt x="311" y="327"/>
                  </a:cubicBezTo>
                  <a:cubicBezTo>
                    <a:pt x="384" y="327"/>
                    <a:pt x="456" y="311"/>
                    <a:pt x="512" y="279"/>
                  </a:cubicBezTo>
                  <a:cubicBezTo>
                    <a:pt x="622" y="215"/>
                    <a:pt x="622" y="112"/>
                    <a:pt x="512" y="47"/>
                  </a:cubicBezTo>
                  <a:cubicBezTo>
                    <a:pt x="456" y="16"/>
                    <a:pt x="384" y="0"/>
                    <a:pt x="3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7" name="Google Shape;4517;p33"/>
            <p:cNvSpPr/>
            <p:nvPr/>
          </p:nvSpPr>
          <p:spPr>
            <a:xfrm>
              <a:off x="2171950" y="3223450"/>
              <a:ext cx="28375" cy="14900"/>
            </a:xfrm>
            <a:custGeom>
              <a:rect b="b" l="l" r="r" t="t"/>
              <a:pathLst>
                <a:path extrusionOk="0" h="596" w="1135">
                  <a:moveTo>
                    <a:pt x="568" y="0"/>
                  </a:moveTo>
                  <a:cubicBezTo>
                    <a:pt x="436" y="0"/>
                    <a:pt x="303" y="29"/>
                    <a:pt x="202" y="87"/>
                  </a:cubicBezTo>
                  <a:cubicBezTo>
                    <a:pt x="1" y="203"/>
                    <a:pt x="1" y="392"/>
                    <a:pt x="202" y="509"/>
                  </a:cubicBezTo>
                  <a:cubicBezTo>
                    <a:pt x="303" y="567"/>
                    <a:pt x="435" y="596"/>
                    <a:pt x="567" y="596"/>
                  </a:cubicBezTo>
                  <a:cubicBezTo>
                    <a:pt x="699" y="596"/>
                    <a:pt x="831" y="567"/>
                    <a:pt x="933" y="509"/>
                  </a:cubicBezTo>
                  <a:cubicBezTo>
                    <a:pt x="1134" y="392"/>
                    <a:pt x="1134" y="203"/>
                    <a:pt x="933" y="87"/>
                  </a:cubicBezTo>
                  <a:cubicBezTo>
                    <a:pt x="832" y="29"/>
                    <a:pt x="700"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8" name="Google Shape;4518;p33"/>
            <p:cNvSpPr/>
            <p:nvPr/>
          </p:nvSpPr>
          <p:spPr>
            <a:xfrm>
              <a:off x="2195900" y="3252325"/>
              <a:ext cx="19550" cy="10300"/>
            </a:xfrm>
            <a:custGeom>
              <a:rect b="b" l="l" r="r" t="t"/>
              <a:pathLst>
                <a:path extrusionOk="0" h="412" w="782">
                  <a:moveTo>
                    <a:pt x="391" y="1"/>
                  </a:moveTo>
                  <a:cubicBezTo>
                    <a:pt x="300" y="1"/>
                    <a:pt x="209" y="21"/>
                    <a:pt x="139" y="61"/>
                  </a:cubicBezTo>
                  <a:cubicBezTo>
                    <a:pt x="0" y="142"/>
                    <a:pt x="0" y="271"/>
                    <a:pt x="139" y="351"/>
                  </a:cubicBezTo>
                  <a:cubicBezTo>
                    <a:pt x="209" y="391"/>
                    <a:pt x="300" y="411"/>
                    <a:pt x="391" y="411"/>
                  </a:cubicBezTo>
                  <a:cubicBezTo>
                    <a:pt x="482" y="411"/>
                    <a:pt x="574" y="391"/>
                    <a:pt x="643" y="351"/>
                  </a:cubicBezTo>
                  <a:cubicBezTo>
                    <a:pt x="781" y="271"/>
                    <a:pt x="781" y="142"/>
                    <a:pt x="643" y="61"/>
                  </a:cubicBezTo>
                  <a:cubicBezTo>
                    <a:pt x="574"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9" name="Google Shape;4519;p33"/>
            <p:cNvSpPr/>
            <p:nvPr/>
          </p:nvSpPr>
          <p:spPr>
            <a:xfrm>
              <a:off x="2236475" y="3198550"/>
              <a:ext cx="18175" cy="9575"/>
            </a:xfrm>
            <a:custGeom>
              <a:rect b="b" l="l" r="r" t="t"/>
              <a:pathLst>
                <a:path extrusionOk="0" h="383" w="727">
                  <a:moveTo>
                    <a:pt x="364" y="0"/>
                  </a:moveTo>
                  <a:cubicBezTo>
                    <a:pt x="279" y="0"/>
                    <a:pt x="195" y="19"/>
                    <a:pt x="130" y="56"/>
                  </a:cubicBezTo>
                  <a:cubicBezTo>
                    <a:pt x="1" y="131"/>
                    <a:pt x="1" y="252"/>
                    <a:pt x="130" y="326"/>
                  </a:cubicBezTo>
                  <a:cubicBezTo>
                    <a:pt x="195" y="364"/>
                    <a:pt x="279" y="382"/>
                    <a:pt x="364" y="382"/>
                  </a:cubicBezTo>
                  <a:cubicBezTo>
                    <a:pt x="448" y="382"/>
                    <a:pt x="533" y="364"/>
                    <a:pt x="597" y="326"/>
                  </a:cubicBezTo>
                  <a:cubicBezTo>
                    <a:pt x="726" y="252"/>
                    <a:pt x="726" y="131"/>
                    <a:pt x="597" y="56"/>
                  </a:cubicBezTo>
                  <a:cubicBezTo>
                    <a:pt x="533" y="19"/>
                    <a:pt x="448" y="0"/>
                    <a:pt x="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0" name="Google Shape;4520;p33"/>
            <p:cNvSpPr/>
            <p:nvPr/>
          </p:nvSpPr>
          <p:spPr>
            <a:xfrm>
              <a:off x="2109350" y="3200575"/>
              <a:ext cx="16550" cy="9575"/>
            </a:xfrm>
            <a:custGeom>
              <a:rect b="b" l="l" r="r" t="t"/>
              <a:pathLst>
                <a:path extrusionOk="0" h="383" w="662">
                  <a:moveTo>
                    <a:pt x="331" y="1"/>
                  </a:moveTo>
                  <a:cubicBezTo>
                    <a:pt x="148" y="1"/>
                    <a:pt x="1" y="86"/>
                    <a:pt x="1" y="191"/>
                  </a:cubicBezTo>
                  <a:cubicBezTo>
                    <a:pt x="1" y="297"/>
                    <a:pt x="148" y="382"/>
                    <a:pt x="331" y="382"/>
                  </a:cubicBezTo>
                  <a:cubicBezTo>
                    <a:pt x="513" y="382"/>
                    <a:pt x="662" y="297"/>
                    <a:pt x="662" y="191"/>
                  </a:cubicBezTo>
                  <a:cubicBezTo>
                    <a:pt x="662" y="86"/>
                    <a:pt x="513"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1" name="Google Shape;4521;p33"/>
            <p:cNvSpPr/>
            <p:nvPr/>
          </p:nvSpPr>
          <p:spPr>
            <a:xfrm>
              <a:off x="2218800" y="3215975"/>
              <a:ext cx="16525" cy="9550"/>
            </a:xfrm>
            <a:custGeom>
              <a:rect b="b" l="l" r="r" t="t"/>
              <a:pathLst>
                <a:path extrusionOk="0" h="382" w="661">
                  <a:moveTo>
                    <a:pt x="330" y="0"/>
                  </a:moveTo>
                  <a:cubicBezTo>
                    <a:pt x="148" y="0"/>
                    <a:pt x="0" y="87"/>
                    <a:pt x="0" y="191"/>
                  </a:cubicBezTo>
                  <a:cubicBezTo>
                    <a:pt x="0" y="297"/>
                    <a:pt x="148" y="382"/>
                    <a:pt x="330" y="382"/>
                  </a:cubicBezTo>
                  <a:cubicBezTo>
                    <a:pt x="513" y="382"/>
                    <a:pt x="660" y="297"/>
                    <a:pt x="660" y="191"/>
                  </a:cubicBezTo>
                  <a:cubicBezTo>
                    <a:pt x="660" y="87"/>
                    <a:pt x="513"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33"/>
            <p:cNvSpPr/>
            <p:nvPr/>
          </p:nvSpPr>
          <p:spPr>
            <a:xfrm>
              <a:off x="2201000" y="3176050"/>
              <a:ext cx="23700" cy="12450"/>
            </a:xfrm>
            <a:custGeom>
              <a:rect b="b" l="l" r="r" t="t"/>
              <a:pathLst>
                <a:path extrusionOk="0" h="498" w="948">
                  <a:moveTo>
                    <a:pt x="474" y="0"/>
                  </a:moveTo>
                  <a:cubicBezTo>
                    <a:pt x="364" y="0"/>
                    <a:pt x="254" y="24"/>
                    <a:pt x="169" y="73"/>
                  </a:cubicBezTo>
                  <a:cubicBezTo>
                    <a:pt x="1" y="170"/>
                    <a:pt x="1" y="328"/>
                    <a:pt x="169" y="425"/>
                  </a:cubicBezTo>
                  <a:cubicBezTo>
                    <a:pt x="254" y="473"/>
                    <a:pt x="364" y="498"/>
                    <a:pt x="474" y="498"/>
                  </a:cubicBezTo>
                  <a:cubicBezTo>
                    <a:pt x="584" y="498"/>
                    <a:pt x="694" y="473"/>
                    <a:pt x="779" y="425"/>
                  </a:cubicBezTo>
                  <a:cubicBezTo>
                    <a:pt x="947" y="328"/>
                    <a:pt x="947" y="170"/>
                    <a:pt x="779" y="73"/>
                  </a:cubicBezTo>
                  <a:cubicBezTo>
                    <a:pt x="694" y="24"/>
                    <a:pt x="584" y="0"/>
                    <a:pt x="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33"/>
            <p:cNvSpPr/>
            <p:nvPr/>
          </p:nvSpPr>
          <p:spPr>
            <a:xfrm>
              <a:off x="2126525" y="3219575"/>
              <a:ext cx="20750" cy="10925"/>
            </a:xfrm>
            <a:custGeom>
              <a:rect b="b" l="l" r="r" t="t"/>
              <a:pathLst>
                <a:path extrusionOk="0" h="437" w="830">
                  <a:moveTo>
                    <a:pt x="415" y="1"/>
                  </a:moveTo>
                  <a:cubicBezTo>
                    <a:pt x="318" y="1"/>
                    <a:pt x="221" y="22"/>
                    <a:pt x="148" y="64"/>
                  </a:cubicBezTo>
                  <a:cubicBezTo>
                    <a:pt x="0" y="149"/>
                    <a:pt x="0" y="288"/>
                    <a:pt x="148" y="373"/>
                  </a:cubicBezTo>
                  <a:cubicBezTo>
                    <a:pt x="221" y="416"/>
                    <a:pt x="318" y="437"/>
                    <a:pt x="415" y="437"/>
                  </a:cubicBezTo>
                  <a:cubicBezTo>
                    <a:pt x="512" y="437"/>
                    <a:pt x="608" y="416"/>
                    <a:pt x="682" y="373"/>
                  </a:cubicBezTo>
                  <a:cubicBezTo>
                    <a:pt x="830" y="288"/>
                    <a:pt x="830" y="149"/>
                    <a:pt x="682" y="64"/>
                  </a:cubicBezTo>
                  <a:cubicBezTo>
                    <a:pt x="608"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4" name="Google Shape;4524;p33"/>
            <p:cNvSpPr/>
            <p:nvPr/>
          </p:nvSpPr>
          <p:spPr>
            <a:xfrm>
              <a:off x="2088725" y="3221350"/>
              <a:ext cx="20950" cy="12125"/>
            </a:xfrm>
            <a:custGeom>
              <a:rect b="b" l="l" r="r" t="t"/>
              <a:pathLst>
                <a:path extrusionOk="0" h="485" w="838">
                  <a:moveTo>
                    <a:pt x="419" y="0"/>
                  </a:moveTo>
                  <a:cubicBezTo>
                    <a:pt x="188" y="0"/>
                    <a:pt x="0" y="109"/>
                    <a:pt x="0" y="242"/>
                  </a:cubicBezTo>
                  <a:cubicBezTo>
                    <a:pt x="0" y="376"/>
                    <a:pt x="188" y="484"/>
                    <a:pt x="419" y="484"/>
                  </a:cubicBezTo>
                  <a:cubicBezTo>
                    <a:pt x="651" y="484"/>
                    <a:pt x="837" y="376"/>
                    <a:pt x="837" y="242"/>
                  </a:cubicBezTo>
                  <a:cubicBezTo>
                    <a:pt x="837" y="109"/>
                    <a:pt x="651"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5" name="Google Shape;4525;p33"/>
            <p:cNvSpPr/>
            <p:nvPr/>
          </p:nvSpPr>
          <p:spPr>
            <a:xfrm>
              <a:off x="2119425" y="3244350"/>
              <a:ext cx="11050" cy="5800"/>
            </a:xfrm>
            <a:custGeom>
              <a:rect b="b" l="l" r="r" t="t"/>
              <a:pathLst>
                <a:path extrusionOk="0" h="232" w="442">
                  <a:moveTo>
                    <a:pt x="221" y="1"/>
                  </a:moveTo>
                  <a:cubicBezTo>
                    <a:pt x="170" y="1"/>
                    <a:pt x="118" y="12"/>
                    <a:pt x="79" y="35"/>
                  </a:cubicBezTo>
                  <a:cubicBezTo>
                    <a:pt x="0" y="79"/>
                    <a:pt x="0" y="153"/>
                    <a:pt x="79" y="198"/>
                  </a:cubicBezTo>
                  <a:cubicBezTo>
                    <a:pt x="118" y="221"/>
                    <a:pt x="170" y="232"/>
                    <a:pt x="221" y="232"/>
                  </a:cubicBezTo>
                  <a:cubicBezTo>
                    <a:pt x="273" y="232"/>
                    <a:pt x="324" y="221"/>
                    <a:pt x="363" y="198"/>
                  </a:cubicBezTo>
                  <a:cubicBezTo>
                    <a:pt x="441" y="153"/>
                    <a:pt x="441" y="79"/>
                    <a:pt x="363"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6" name="Google Shape;4526;p33"/>
            <p:cNvSpPr/>
            <p:nvPr/>
          </p:nvSpPr>
          <p:spPr>
            <a:xfrm>
              <a:off x="2143825" y="3253850"/>
              <a:ext cx="27125" cy="14300"/>
            </a:xfrm>
            <a:custGeom>
              <a:rect b="b" l="l" r="r" t="t"/>
              <a:pathLst>
                <a:path extrusionOk="0" h="572" w="1085">
                  <a:moveTo>
                    <a:pt x="542" y="1"/>
                  </a:moveTo>
                  <a:cubicBezTo>
                    <a:pt x="416" y="1"/>
                    <a:pt x="289" y="29"/>
                    <a:pt x="193" y="85"/>
                  </a:cubicBezTo>
                  <a:cubicBezTo>
                    <a:pt x="1" y="195"/>
                    <a:pt x="1" y="377"/>
                    <a:pt x="193" y="487"/>
                  </a:cubicBezTo>
                  <a:cubicBezTo>
                    <a:pt x="289" y="543"/>
                    <a:pt x="416" y="571"/>
                    <a:pt x="542" y="571"/>
                  </a:cubicBezTo>
                  <a:cubicBezTo>
                    <a:pt x="669" y="571"/>
                    <a:pt x="795" y="543"/>
                    <a:pt x="892" y="487"/>
                  </a:cubicBezTo>
                  <a:cubicBezTo>
                    <a:pt x="1085" y="377"/>
                    <a:pt x="1085" y="195"/>
                    <a:pt x="892" y="85"/>
                  </a:cubicBezTo>
                  <a:cubicBezTo>
                    <a:pt x="795" y="29"/>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33"/>
            <p:cNvSpPr/>
            <p:nvPr/>
          </p:nvSpPr>
          <p:spPr>
            <a:xfrm>
              <a:off x="2164225" y="3175800"/>
              <a:ext cx="15475" cy="8925"/>
            </a:xfrm>
            <a:custGeom>
              <a:rect b="b" l="l" r="r" t="t"/>
              <a:pathLst>
                <a:path extrusionOk="0" h="357" w="619">
                  <a:moveTo>
                    <a:pt x="310" y="1"/>
                  </a:moveTo>
                  <a:cubicBezTo>
                    <a:pt x="139" y="1"/>
                    <a:pt x="1" y="81"/>
                    <a:pt x="1" y="179"/>
                  </a:cubicBezTo>
                  <a:cubicBezTo>
                    <a:pt x="1" y="278"/>
                    <a:pt x="139" y="357"/>
                    <a:pt x="310" y="357"/>
                  </a:cubicBezTo>
                  <a:cubicBezTo>
                    <a:pt x="479" y="357"/>
                    <a:pt x="619" y="278"/>
                    <a:pt x="619" y="179"/>
                  </a:cubicBezTo>
                  <a:cubicBezTo>
                    <a:pt x="619" y="81"/>
                    <a:pt x="479"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33"/>
            <p:cNvSpPr/>
            <p:nvPr/>
          </p:nvSpPr>
          <p:spPr>
            <a:xfrm>
              <a:off x="2203425" y="3198875"/>
              <a:ext cx="16975" cy="8925"/>
            </a:xfrm>
            <a:custGeom>
              <a:rect b="b" l="l" r="r" t="t"/>
              <a:pathLst>
                <a:path extrusionOk="0" h="357" w="679">
                  <a:moveTo>
                    <a:pt x="340" y="1"/>
                  </a:moveTo>
                  <a:cubicBezTo>
                    <a:pt x="261" y="1"/>
                    <a:pt x="182" y="18"/>
                    <a:pt x="122" y="53"/>
                  </a:cubicBezTo>
                  <a:cubicBezTo>
                    <a:pt x="1" y="122"/>
                    <a:pt x="1" y="235"/>
                    <a:pt x="122" y="305"/>
                  </a:cubicBezTo>
                  <a:cubicBezTo>
                    <a:pt x="182" y="340"/>
                    <a:pt x="261" y="357"/>
                    <a:pt x="340" y="357"/>
                  </a:cubicBezTo>
                  <a:cubicBezTo>
                    <a:pt x="419" y="357"/>
                    <a:pt x="498" y="340"/>
                    <a:pt x="558" y="305"/>
                  </a:cubicBezTo>
                  <a:cubicBezTo>
                    <a:pt x="678" y="235"/>
                    <a:pt x="678" y="122"/>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33"/>
            <p:cNvSpPr/>
            <p:nvPr/>
          </p:nvSpPr>
          <p:spPr>
            <a:xfrm>
              <a:off x="2236950" y="3231275"/>
              <a:ext cx="28875" cy="15200"/>
            </a:xfrm>
            <a:custGeom>
              <a:rect b="b" l="l" r="r" t="t"/>
              <a:pathLst>
                <a:path extrusionOk="0" h="608" w="1155">
                  <a:moveTo>
                    <a:pt x="577" y="1"/>
                  </a:moveTo>
                  <a:cubicBezTo>
                    <a:pt x="443" y="1"/>
                    <a:pt x="308" y="30"/>
                    <a:pt x="206" y="89"/>
                  </a:cubicBezTo>
                  <a:cubicBezTo>
                    <a:pt x="1" y="209"/>
                    <a:pt x="1" y="400"/>
                    <a:pt x="206" y="519"/>
                  </a:cubicBezTo>
                  <a:cubicBezTo>
                    <a:pt x="308" y="578"/>
                    <a:pt x="443" y="608"/>
                    <a:pt x="577" y="608"/>
                  </a:cubicBezTo>
                  <a:cubicBezTo>
                    <a:pt x="712" y="608"/>
                    <a:pt x="846" y="578"/>
                    <a:pt x="948" y="519"/>
                  </a:cubicBezTo>
                  <a:cubicBezTo>
                    <a:pt x="1154" y="400"/>
                    <a:pt x="1154" y="209"/>
                    <a:pt x="948"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33"/>
            <p:cNvSpPr/>
            <p:nvPr/>
          </p:nvSpPr>
          <p:spPr>
            <a:xfrm>
              <a:off x="2249850" y="3173750"/>
              <a:ext cx="22850" cy="12000"/>
            </a:xfrm>
            <a:custGeom>
              <a:rect b="b" l="l" r="r" t="t"/>
              <a:pathLst>
                <a:path extrusionOk="0" h="480" w="914">
                  <a:moveTo>
                    <a:pt x="457" y="1"/>
                  </a:moveTo>
                  <a:cubicBezTo>
                    <a:pt x="350" y="1"/>
                    <a:pt x="244" y="24"/>
                    <a:pt x="163" y="71"/>
                  </a:cubicBezTo>
                  <a:cubicBezTo>
                    <a:pt x="0" y="164"/>
                    <a:pt x="0" y="316"/>
                    <a:pt x="163" y="409"/>
                  </a:cubicBezTo>
                  <a:cubicBezTo>
                    <a:pt x="244" y="456"/>
                    <a:pt x="350" y="480"/>
                    <a:pt x="457" y="480"/>
                  </a:cubicBezTo>
                  <a:cubicBezTo>
                    <a:pt x="563" y="480"/>
                    <a:pt x="670" y="456"/>
                    <a:pt x="751" y="409"/>
                  </a:cubicBezTo>
                  <a:cubicBezTo>
                    <a:pt x="913" y="316"/>
                    <a:pt x="913" y="164"/>
                    <a:pt x="751" y="71"/>
                  </a:cubicBezTo>
                  <a:cubicBezTo>
                    <a:pt x="670"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33"/>
            <p:cNvSpPr/>
            <p:nvPr/>
          </p:nvSpPr>
          <p:spPr>
            <a:xfrm>
              <a:off x="2280950" y="3206775"/>
              <a:ext cx="18950" cy="9975"/>
            </a:xfrm>
            <a:custGeom>
              <a:rect b="b" l="l" r="r" t="t"/>
              <a:pathLst>
                <a:path extrusionOk="0" h="399" w="758">
                  <a:moveTo>
                    <a:pt x="379" y="1"/>
                  </a:moveTo>
                  <a:cubicBezTo>
                    <a:pt x="291" y="1"/>
                    <a:pt x="203" y="20"/>
                    <a:pt x="135" y="58"/>
                  </a:cubicBezTo>
                  <a:cubicBezTo>
                    <a:pt x="0" y="136"/>
                    <a:pt x="0" y="263"/>
                    <a:pt x="135" y="340"/>
                  </a:cubicBezTo>
                  <a:cubicBezTo>
                    <a:pt x="203" y="379"/>
                    <a:pt x="291" y="398"/>
                    <a:pt x="379" y="398"/>
                  </a:cubicBezTo>
                  <a:cubicBezTo>
                    <a:pt x="468" y="398"/>
                    <a:pt x="556" y="379"/>
                    <a:pt x="623" y="340"/>
                  </a:cubicBezTo>
                  <a:cubicBezTo>
                    <a:pt x="757" y="263"/>
                    <a:pt x="757" y="136"/>
                    <a:pt x="623" y="58"/>
                  </a:cubicBezTo>
                  <a:cubicBezTo>
                    <a:pt x="556" y="20"/>
                    <a:pt x="4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33"/>
            <p:cNvSpPr/>
            <p:nvPr/>
          </p:nvSpPr>
          <p:spPr>
            <a:xfrm>
              <a:off x="1970025" y="3179225"/>
              <a:ext cx="25475" cy="14725"/>
            </a:xfrm>
            <a:custGeom>
              <a:rect b="b" l="l" r="r" t="t"/>
              <a:pathLst>
                <a:path extrusionOk="0" h="589" w="1019">
                  <a:moveTo>
                    <a:pt x="510" y="1"/>
                  </a:moveTo>
                  <a:cubicBezTo>
                    <a:pt x="228" y="1"/>
                    <a:pt x="1" y="132"/>
                    <a:pt x="1" y="295"/>
                  </a:cubicBezTo>
                  <a:cubicBezTo>
                    <a:pt x="1" y="457"/>
                    <a:pt x="228" y="589"/>
                    <a:pt x="510" y="589"/>
                  </a:cubicBezTo>
                  <a:cubicBezTo>
                    <a:pt x="791" y="589"/>
                    <a:pt x="1019" y="457"/>
                    <a:pt x="1019" y="295"/>
                  </a:cubicBezTo>
                  <a:cubicBezTo>
                    <a:pt x="1019" y="132"/>
                    <a:pt x="791" y="1"/>
                    <a:pt x="5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33"/>
            <p:cNvSpPr/>
            <p:nvPr/>
          </p:nvSpPr>
          <p:spPr>
            <a:xfrm>
              <a:off x="1936100" y="3163500"/>
              <a:ext cx="15575" cy="8200"/>
            </a:xfrm>
            <a:custGeom>
              <a:rect b="b" l="l" r="r" t="t"/>
              <a:pathLst>
                <a:path extrusionOk="0" h="328" w="623">
                  <a:moveTo>
                    <a:pt x="312" y="0"/>
                  </a:moveTo>
                  <a:cubicBezTo>
                    <a:pt x="239" y="0"/>
                    <a:pt x="167" y="16"/>
                    <a:pt x="111" y="48"/>
                  </a:cubicBezTo>
                  <a:cubicBezTo>
                    <a:pt x="1" y="112"/>
                    <a:pt x="1" y="215"/>
                    <a:pt x="111" y="280"/>
                  </a:cubicBezTo>
                  <a:cubicBezTo>
                    <a:pt x="167" y="311"/>
                    <a:pt x="239" y="327"/>
                    <a:pt x="312" y="327"/>
                  </a:cubicBezTo>
                  <a:cubicBezTo>
                    <a:pt x="384" y="327"/>
                    <a:pt x="457" y="311"/>
                    <a:pt x="512" y="280"/>
                  </a:cubicBezTo>
                  <a:cubicBezTo>
                    <a:pt x="623" y="215"/>
                    <a:pt x="623" y="112"/>
                    <a:pt x="512" y="48"/>
                  </a:cubicBezTo>
                  <a:cubicBezTo>
                    <a:pt x="457" y="16"/>
                    <a:pt x="384" y="0"/>
                    <a:pt x="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4" name="Google Shape;4534;p33"/>
            <p:cNvSpPr/>
            <p:nvPr/>
          </p:nvSpPr>
          <p:spPr>
            <a:xfrm>
              <a:off x="1983900" y="3204600"/>
              <a:ext cx="28350" cy="14900"/>
            </a:xfrm>
            <a:custGeom>
              <a:rect b="b" l="l" r="r" t="t"/>
              <a:pathLst>
                <a:path extrusionOk="0" h="596" w="1134">
                  <a:moveTo>
                    <a:pt x="566" y="0"/>
                  </a:moveTo>
                  <a:cubicBezTo>
                    <a:pt x="434" y="0"/>
                    <a:pt x="302" y="29"/>
                    <a:pt x="201" y="87"/>
                  </a:cubicBezTo>
                  <a:cubicBezTo>
                    <a:pt x="0" y="203"/>
                    <a:pt x="0" y="392"/>
                    <a:pt x="201" y="508"/>
                  </a:cubicBezTo>
                  <a:cubicBezTo>
                    <a:pt x="302" y="567"/>
                    <a:pt x="434" y="596"/>
                    <a:pt x="566" y="596"/>
                  </a:cubicBezTo>
                  <a:cubicBezTo>
                    <a:pt x="698" y="596"/>
                    <a:pt x="830" y="567"/>
                    <a:pt x="931" y="508"/>
                  </a:cubicBezTo>
                  <a:cubicBezTo>
                    <a:pt x="1133" y="392"/>
                    <a:pt x="1133" y="203"/>
                    <a:pt x="931" y="87"/>
                  </a:cubicBezTo>
                  <a:cubicBezTo>
                    <a:pt x="830" y="29"/>
                    <a:pt x="698"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33"/>
            <p:cNvSpPr/>
            <p:nvPr/>
          </p:nvSpPr>
          <p:spPr>
            <a:xfrm>
              <a:off x="2007825" y="3233475"/>
              <a:ext cx="19550" cy="10300"/>
            </a:xfrm>
            <a:custGeom>
              <a:rect b="b" l="l" r="r" t="t"/>
              <a:pathLst>
                <a:path extrusionOk="0" h="412" w="782">
                  <a:moveTo>
                    <a:pt x="391" y="0"/>
                  </a:moveTo>
                  <a:cubicBezTo>
                    <a:pt x="300" y="0"/>
                    <a:pt x="209" y="20"/>
                    <a:pt x="140" y="61"/>
                  </a:cubicBezTo>
                  <a:cubicBezTo>
                    <a:pt x="0" y="142"/>
                    <a:pt x="0" y="271"/>
                    <a:pt x="140" y="351"/>
                  </a:cubicBezTo>
                  <a:cubicBezTo>
                    <a:pt x="209" y="392"/>
                    <a:pt x="300" y="412"/>
                    <a:pt x="391" y="412"/>
                  </a:cubicBezTo>
                  <a:cubicBezTo>
                    <a:pt x="482" y="412"/>
                    <a:pt x="573" y="392"/>
                    <a:pt x="642" y="351"/>
                  </a:cubicBezTo>
                  <a:cubicBezTo>
                    <a:pt x="782" y="271"/>
                    <a:pt x="782" y="142"/>
                    <a:pt x="642" y="61"/>
                  </a:cubicBezTo>
                  <a:cubicBezTo>
                    <a:pt x="573" y="20"/>
                    <a:pt x="482" y="0"/>
                    <a:pt x="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33"/>
            <p:cNvSpPr/>
            <p:nvPr/>
          </p:nvSpPr>
          <p:spPr>
            <a:xfrm>
              <a:off x="2048425" y="3179700"/>
              <a:ext cx="18150" cy="9575"/>
            </a:xfrm>
            <a:custGeom>
              <a:rect b="b" l="l" r="r" t="t"/>
              <a:pathLst>
                <a:path extrusionOk="0" h="383" w="726">
                  <a:moveTo>
                    <a:pt x="363" y="0"/>
                  </a:moveTo>
                  <a:cubicBezTo>
                    <a:pt x="278" y="0"/>
                    <a:pt x="194" y="19"/>
                    <a:pt x="129" y="56"/>
                  </a:cubicBezTo>
                  <a:cubicBezTo>
                    <a:pt x="0" y="131"/>
                    <a:pt x="0" y="252"/>
                    <a:pt x="129" y="326"/>
                  </a:cubicBezTo>
                  <a:cubicBezTo>
                    <a:pt x="194" y="364"/>
                    <a:pt x="278" y="383"/>
                    <a:pt x="363" y="383"/>
                  </a:cubicBezTo>
                  <a:cubicBezTo>
                    <a:pt x="447" y="383"/>
                    <a:pt x="532" y="364"/>
                    <a:pt x="597" y="326"/>
                  </a:cubicBezTo>
                  <a:cubicBezTo>
                    <a:pt x="725" y="252"/>
                    <a:pt x="725" y="131"/>
                    <a:pt x="597" y="56"/>
                  </a:cubicBezTo>
                  <a:cubicBezTo>
                    <a:pt x="532" y="19"/>
                    <a:pt x="447"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33"/>
            <p:cNvSpPr/>
            <p:nvPr/>
          </p:nvSpPr>
          <p:spPr>
            <a:xfrm>
              <a:off x="1920475" y="3181725"/>
              <a:ext cx="18150" cy="9550"/>
            </a:xfrm>
            <a:custGeom>
              <a:rect b="b" l="l" r="r" t="t"/>
              <a:pathLst>
                <a:path extrusionOk="0" h="382" w="726">
                  <a:moveTo>
                    <a:pt x="363" y="1"/>
                  </a:moveTo>
                  <a:cubicBezTo>
                    <a:pt x="278" y="1"/>
                    <a:pt x="194" y="19"/>
                    <a:pt x="129" y="57"/>
                  </a:cubicBezTo>
                  <a:cubicBezTo>
                    <a:pt x="0" y="130"/>
                    <a:pt x="0" y="252"/>
                    <a:pt x="129" y="327"/>
                  </a:cubicBezTo>
                  <a:cubicBezTo>
                    <a:pt x="194" y="363"/>
                    <a:pt x="278" y="382"/>
                    <a:pt x="363" y="382"/>
                  </a:cubicBezTo>
                  <a:cubicBezTo>
                    <a:pt x="448" y="382"/>
                    <a:pt x="532" y="363"/>
                    <a:pt x="597" y="327"/>
                  </a:cubicBezTo>
                  <a:cubicBezTo>
                    <a:pt x="726" y="252"/>
                    <a:pt x="726" y="130"/>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33"/>
            <p:cNvSpPr/>
            <p:nvPr/>
          </p:nvSpPr>
          <p:spPr>
            <a:xfrm>
              <a:off x="2030700" y="3197125"/>
              <a:ext cx="16550" cy="9575"/>
            </a:xfrm>
            <a:custGeom>
              <a:rect b="b" l="l" r="r" t="t"/>
              <a:pathLst>
                <a:path extrusionOk="0" h="383" w="662">
                  <a:moveTo>
                    <a:pt x="332" y="0"/>
                  </a:moveTo>
                  <a:cubicBezTo>
                    <a:pt x="149" y="0"/>
                    <a:pt x="1" y="86"/>
                    <a:pt x="1" y="191"/>
                  </a:cubicBezTo>
                  <a:cubicBezTo>
                    <a:pt x="1" y="297"/>
                    <a:pt x="149" y="382"/>
                    <a:pt x="332" y="382"/>
                  </a:cubicBezTo>
                  <a:cubicBezTo>
                    <a:pt x="514" y="382"/>
                    <a:pt x="662" y="297"/>
                    <a:pt x="662" y="191"/>
                  </a:cubicBezTo>
                  <a:cubicBezTo>
                    <a:pt x="662" y="86"/>
                    <a:pt x="514" y="0"/>
                    <a:pt x="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9" name="Google Shape;4539;p33"/>
            <p:cNvSpPr/>
            <p:nvPr/>
          </p:nvSpPr>
          <p:spPr>
            <a:xfrm>
              <a:off x="2014000" y="3157200"/>
              <a:ext cx="21575" cy="12450"/>
            </a:xfrm>
            <a:custGeom>
              <a:rect b="b" l="l" r="r" t="t"/>
              <a:pathLst>
                <a:path extrusionOk="0" h="498" w="863">
                  <a:moveTo>
                    <a:pt x="431" y="0"/>
                  </a:moveTo>
                  <a:cubicBezTo>
                    <a:pt x="193" y="0"/>
                    <a:pt x="0" y="112"/>
                    <a:pt x="0" y="249"/>
                  </a:cubicBezTo>
                  <a:cubicBezTo>
                    <a:pt x="0" y="386"/>
                    <a:pt x="193" y="498"/>
                    <a:pt x="431" y="498"/>
                  </a:cubicBezTo>
                  <a:cubicBezTo>
                    <a:pt x="670" y="498"/>
                    <a:pt x="863" y="386"/>
                    <a:pt x="863" y="249"/>
                  </a:cubicBezTo>
                  <a:cubicBezTo>
                    <a:pt x="863" y="112"/>
                    <a:pt x="670" y="0"/>
                    <a:pt x="4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33"/>
            <p:cNvSpPr/>
            <p:nvPr/>
          </p:nvSpPr>
          <p:spPr>
            <a:xfrm>
              <a:off x="1938450" y="3200725"/>
              <a:ext cx="20775" cy="10950"/>
            </a:xfrm>
            <a:custGeom>
              <a:rect b="b" l="l" r="r" t="t"/>
              <a:pathLst>
                <a:path extrusionOk="0" h="438" w="831">
                  <a:moveTo>
                    <a:pt x="415" y="1"/>
                  </a:moveTo>
                  <a:cubicBezTo>
                    <a:pt x="319" y="1"/>
                    <a:pt x="222" y="22"/>
                    <a:pt x="148" y="64"/>
                  </a:cubicBezTo>
                  <a:cubicBezTo>
                    <a:pt x="0" y="150"/>
                    <a:pt x="0" y="288"/>
                    <a:pt x="148" y="373"/>
                  </a:cubicBezTo>
                  <a:cubicBezTo>
                    <a:pt x="222" y="416"/>
                    <a:pt x="319" y="437"/>
                    <a:pt x="415" y="437"/>
                  </a:cubicBezTo>
                  <a:cubicBezTo>
                    <a:pt x="512" y="437"/>
                    <a:pt x="609" y="416"/>
                    <a:pt x="683" y="373"/>
                  </a:cubicBezTo>
                  <a:cubicBezTo>
                    <a:pt x="830" y="288"/>
                    <a:pt x="830" y="150"/>
                    <a:pt x="683" y="64"/>
                  </a:cubicBezTo>
                  <a:cubicBezTo>
                    <a:pt x="609" y="22"/>
                    <a:pt x="512"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1" name="Google Shape;4541;p33"/>
            <p:cNvSpPr/>
            <p:nvPr/>
          </p:nvSpPr>
          <p:spPr>
            <a:xfrm>
              <a:off x="1899625" y="3202500"/>
              <a:ext cx="23000" cy="12125"/>
            </a:xfrm>
            <a:custGeom>
              <a:rect b="b" l="l" r="r" t="t"/>
              <a:pathLst>
                <a:path extrusionOk="0" h="485" w="920">
                  <a:moveTo>
                    <a:pt x="460" y="1"/>
                  </a:moveTo>
                  <a:cubicBezTo>
                    <a:pt x="353" y="1"/>
                    <a:pt x="246" y="24"/>
                    <a:pt x="164" y="71"/>
                  </a:cubicBezTo>
                  <a:cubicBezTo>
                    <a:pt x="0" y="166"/>
                    <a:pt x="0" y="319"/>
                    <a:pt x="164" y="414"/>
                  </a:cubicBezTo>
                  <a:cubicBezTo>
                    <a:pt x="246" y="461"/>
                    <a:pt x="353" y="484"/>
                    <a:pt x="460" y="484"/>
                  </a:cubicBezTo>
                  <a:cubicBezTo>
                    <a:pt x="567" y="484"/>
                    <a:pt x="675" y="461"/>
                    <a:pt x="756" y="414"/>
                  </a:cubicBezTo>
                  <a:cubicBezTo>
                    <a:pt x="920" y="319"/>
                    <a:pt x="920" y="166"/>
                    <a:pt x="756" y="71"/>
                  </a:cubicBezTo>
                  <a:cubicBezTo>
                    <a:pt x="675"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2" name="Google Shape;4542;p33"/>
            <p:cNvSpPr/>
            <p:nvPr/>
          </p:nvSpPr>
          <p:spPr>
            <a:xfrm>
              <a:off x="1931350" y="3225475"/>
              <a:ext cx="11050" cy="5850"/>
            </a:xfrm>
            <a:custGeom>
              <a:rect b="b" l="l" r="r" t="t"/>
              <a:pathLst>
                <a:path extrusionOk="0" h="234" w="442">
                  <a:moveTo>
                    <a:pt x="221" y="1"/>
                  </a:moveTo>
                  <a:cubicBezTo>
                    <a:pt x="170" y="1"/>
                    <a:pt x="119" y="12"/>
                    <a:pt x="80" y="35"/>
                  </a:cubicBezTo>
                  <a:cubicBezTo>
                    <a:pt x="1" y="80"/>
                    <a:pt x="1" y="154"/>
                    <a:pt x="80" y="199"/>
                  </a:cubicBezTo>
                  <a:cubicBezTo>
                    <a:pt x="119" y="222"/>
                    <a:pt x="170" y="233"/>
                    <a:pt x="221" y="233"/>
                  </a:cubicBezTo>
                  <a:cubicBezTo>
                    <a:pt x="273" y="233"/>
                    <a:pt x="324" y="222"/>
                    <a:pt x="364" y="199"/>
                  </a:cubicBezTo>
                  <a:cubicBezTo>
                    <a:pt x="442" y="154"/>
                    <a:pt x="442" y="80"/>
                    <a:pt x="364" y="35"/>
                  </a:cubicBezTo>
                  <a:cubicBezTo>
                    <a:pt x="324" y="12"/>
                    <a:pt x="273"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33"/>
            <p:cNvSpPr/>
            <p:nvPr/>
          </p:nvSpPr>
          <p:spPr>
            <a:xfrm>
              <a:off x="1955750" y="3235000"/>
              <a:ext cx="27100" cy="14275"/>
            </a:xfrm>
            <a:custGeom>
              <a:rect b="b" l="l" r="r" t="t"/>
              <a:pathLst>
                <a:path extrusionOk="0" h="571" w="1084">
                  <a:moveTo>
                    <a:pt x="542" y="1"/>
                  </a:moveTo>
                  <a:cubicBezTo>
                    <a:pt x="416" y="1"/>
                    <a:pt x="289" y="28"/>
                    <a:pt x="193" y="84"/>
                  </a:cubicBezTo>
                  <a:cubicBezTo>
                    <a:pt x="0" y="196"/>
                    <a:pt x="0" y="376"/>
                    <a:pt x="193" y="488"/>
                  </a:cubicBezTo>
                  <a:cubicBezTo>
                    <a:pt x="289" y="543"/>
                    <a:pt x="416" y="571"/>
                    <a:pt x="542" y="571"/>
                  </a:cubicBezTo>
                  <a:cubicBezTo>
                    <a:pt x="669" y="571"/>
                    <a:pt x="795" y="543"/>
                    <a:pt x="891" y="488"/>
                  </a:cubicBezTo>
                  <a:cubicBezTo>
                    <a:pt x="1084" y="376"/>
                    <a:pt x="1084" y="196"/>
                    <a:pt x="891" y="84"/>
                  </a:cubicBezTo>
                  <a:cubicBezTo>
                    <a:pt x="795" y="28"/>
                    <a:pt x="669" y="1"/>
                    <a:pt x="5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33"/>
            <p:cNvSpPr/>
            <p:nvPr/>
          </p:nvSpPr>
          <p:spPr>
            <a:xfrm>
              <a:off x="1976175" y="3156950"/>
              <a:ext cx="15425" cy="8950"/>
            </a:xfrm>
            <a:custGeom>
              <a:rect b="b" l="l" r="r" t="t"/>
              <a:pathLst>
                <a:path extrusionOk="0" h="358" w="617">
                  <a:moveTo>
                    <a:pt x="309" y="1"/>
                  </a:moveTo>
                  <a:cubicBezTo>
                    <a:pt x="138" y="1"/>
                    <a:pt x="0" y="81"/>
                    <a:pt x="0" y="179"/>
                  </a:cubicBezTo>
                  <a:cubicBezTo>
                    <a:pt x="0" y="278"/>
                    <a:pt x="138" y="357"/>
                    <a:pt x="309" y="357"/>
                  </a:cubicBezTo>
                  <a:cubicBezTo>
                    <a:pt x="479" y="357"/>
                    <a:pt x="617" y="278"/>
                    <a:pt x="617" y="179"/>
                  </a:cubicBezTo>
                  <a:cubicBezTo>
                    <a:pt x="617" y="81"/>
                    <a:pt x="479" y="1"/>
                    <a:pt x="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33"/>
            <p:cNvSpPr/>
            <p:nvPr/>
          </p:nvSpPr>
          <p:spPr>
            <a:xfrm>
              <a:off x="2015350" y="3180025"/>
              <a:ext cx="16975" cy="8950"/>
            </a:xfrm>
            <a:custGeom>
              <a:rect b="b" l="l" r="r" t="t"/>
              <a:pathLst>
                <a:path extrusionOk="0" h="358" w="679">
                  <a:moveTo>
                    <a:pt x="340" y="1"/>
                  </a:moveTo>
                  <a:cubicBezTo>
                    <a:pt x="261" y="1"/>
                    <a:pt x="182" y="18"/>
                    <a:pt x="121" y="53"/>
                  </a:cubicBezTo>
                  <a:cubicBezTo>
                    <a:pt x="1" y="123"/>
                    <a:pt x="1" y="235"/>
                    <a:pt x="121" y="305"/>
                  </a:cubicBezTo>
                  <a:cubicBezTo>
                    <a:pt x="182" y="340"/>
                    <a:pt x="261" y="357"/>
                    <a:pt x="340" y="357"/>
                  </a:cubicBezTo>
                  <a:cubicBezTo>
                    <a:pt x="419" y="357"/>
                    <a:pt x="498" y="340"/>
                    <a:pt x="558" y="305"/>
                  </a:cubicBezTo>
                  <a:cubicBezTo>
                    <a:pt x="679" y="235"/>
                    <a:pt x="679" y="123"/>
                    <a:pt x="558" y="53"/>
                  </a:cubicBezTo>
                  <a:cubicBezTo>
                    <a:pt x="498"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33"/>
            <p:cNvSpPr/>
            <p:nvPr/>
          </p:nvSpPr>
          <p:spPr>
            <a:xfrm>
              <a:off x="2050175" y="3212450"/>
              <a:ext cx="26275" cy="15175"/>
            </a:xfrm>
            <a:custGeom>
              <a:rect b="b" l="l" r="r" t="t"/>
              <a:pathLst>
                <a:path extrusionOk="0" h="607" w="1051">
                  <a:moveTo>
                    <a:pt x="526" y="0"/>
                  </a:moveTo>
                  <a:cubicBezTo>
                    <a:pt x="236" y="0"/>
                    <a:pt x="1" y="136"/>
                    <a:pt x="1" y="304"/>
                  </a:cubicBezTo>
                  <a:cubicBezTo>
                    <a:pt x="1" y="471"/>
                    <a:pt x="236" y="606"/>
                    <a:pt x="526" y="606"/>
                  </a:cubicBezTo>
                  <a:cubicBezTo>
                    <a:pt x="816" y="606"/>
                    <a:pt x="1051" y="471"/>
                    <a:pt x="1051" y="304"/>
                  </a:cubicBezTo>
                  <a:cubicBezTo>
                    <a:pt x="1051" y="136"/>
                    <a:pt x="816" y="0"/>
                    <a:pt x="5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7" name="Google Shape;4547;p33"/>
            <p:cNvSpPr/>
            <p:nvPr/>
          </p:nvSpPr>
          <p:spPr>
            <a:xfrm>
              <a:off x="2061775" y="3154900"/>
              <a:ext cx="22850" cy="12000"/>
            </a:xfrm>
            <a:custGeom>
              <a:rect b="b" l="l" r="r" t="t"/>
              <a:pathLst>
                <a:path extrusionOk="0" h="480" w="914">
                  <a:moveTo>
                    <a:pt x="457" y="0"/>
                  </a:moveTo>
                  <a:cubicBezTo>
                    <a:pt x="351" y="0"/>
                    <a:pt x="244" y="24"/>
                    <a:pt x="163" y="70"/>
                  </a:cubicBezTo>
                  <a:cubicBezTo>
                    <a:pt x="1" y="164"/>
                    <a:pt x="1" y="316"/>
                    <a:pt x="163" y="410"/>
                  </a:cubicBezTo>
                  <a:cubicBezTo>
                    <a:pt x="244" y="456"/>
                    <a:pt x="351" y="480"/>
                    <a:pt x="457" y="480"/>
                  </a:cubicBezTo>
                  <a:cubicBezTo>
                    <a:pt x="564" y="480"/>
                    <a:pt x="670" y="456"/>
                    <a:pt x="751" y="410"/>
                  </a:cubicBezTo>
                  <a:cubicBezTo>
                    <a:pt x="914" y="316"/>
                    <a:pt x="914" y="164"/>
                    <a:pt x="751" y="70"/>
                  </a:cubicBezTo>
                  <a:cubicBezTo>
                    <a:pt x="670" y="24"/>
                    <a:pt x="564"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8" name="Google Shape;4548;p33"/>
            <p:cNvSpPr/>
            <p:nvPr/>
          </p:nvSpPr>
          <p:spPr>
            <a:xfrm>
              <a:off x="2092875" y="3187925"/>
              <a:ext cx="18950" cy="9975"/>
            </a:xfrm>
            <a:custGeom>
              <a:rect b="b" l="l" r="r" t="t"/>
              <a:pathLst>
                <a:path extrusionOk="0" h="399" w="758">
                  <a:moveTo>
                    <a:pt x="379" y="0"/>
                  </a:moveTo>
                  <a:cubicBezTo>
                    <a:pt x="291" y="0"/>
                    <a:pt x="203" y="20"/>
                    <a:pt x="136" y="59"/>
                  </a:cubicBezTo>
                  <a:cubicBezTo>
                    <a:pt x="1" y="137"/>
                    <a:pt x="1" y="263"/>
                    <a:pt x="136" y="340"/>
                  </a:cubicBezTo>
                  <a:cubicBezTo>
                    <a:pt x="203" y="379"/>
                    <a:pt x="291" y="399"/>
                    <a:pt x="379" y="399"/>
                  </a:cubicBezTo>
                  <a:cubicBezTo>
                    <a:pt x="468" y="399"/>
                    <a:pt x="556" y="379"/>
                    <a:pt x="623" y="340"/>
                  </a:cubicBezTo>
                  <a:cubicBezTo>
                    <a:pt x="758" y="263"/>
                    <a:pt x="758" y="137"/>
                    <a:pt x="623" y="59"/>
                  </a:cubicBezTo>
                  <a:cubicBezTo>
                    <a:pt x="556" y="20"/>
                    <a:pt x="4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33"/>
            <p:cNvSpPr/>
            <p:nvPr/>
          </p:nvSpPr>
          <p:spPr>
            <a:xfrm>
              <a:off x="1814125" y="3254575"/>
              <a:ext cx="27950" cy="14700"/>
            </a:xfrm>
            <a:custGeom>
              <a:rect b="b" l="l" r="r" t="t"/>
              <a:pathLst>
                <a:path extrusionOk="0" h="588" w="1118">
                  <a:moveTo>
                    <a:pt x="558" y="0"/>
                  </a:moveTo>
                  <a:cubicBezTo>
                    <a:pt x="428" y="0"/>
                    <a:pt x="298" y="29"/>
                    <a:pt x="198" y="86"/>
                  </a:cubicBezTo>
                  <a:cubicBezTo>
                    <a:pt x="0" y="201"/>
                    <a:pt x="0" y="387"/>
                    <a:pt x="198" y="502"/>
                  </a:cubicBezTo>
                  <a:cubicBezTo>
                    <a:pt x="298" y="559"/>
                    <a:pt x="428" y="588"/>
                    <a:pt x="558" y="588"/>
                  </a:cubicBezTo>
                  <a:cubicBezTo>
                    <a:pt x="689" y="588"/>
                    <a:pt x="819" y="559"/>
                    <a:pt x="919" y="502"/>
                  </a:cubicBezTo>
                  <a:cubicBezTo>
                    <a:pt x="1118" y="387"/>
                    <a:pt x="1118" y="201"/>
                    <a:pt x="919" y="86"/>
                  </a:cubicBezTo>
                  <a:cubicBezTo>
                    <a:pt x="819" y="29"/>
                    <a:pt x="689" y="0"/>
                    <a:pt x="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0" name="Google Shape;4550;p33"/>
            <p:cNvSpPr/>
            <p:nvPr/>
          </p:nvSpPr>
          <p:spPr>
            <a:xfrm>
              <a:off x="1781400" y="3238800"/>
              <a:ext cx="15575" cy="8225"/>
            </a:xfrm>
            <a:custGeom>
              <a:rect b="b" l="l" r="r" t="t"/>
              <a:pathLst>
                <a:path extrusionOk="0" h="329" w="623">
                  <a:moveTo>
                    <a:pt x="312" y="1"/>
                  </a:moveTo>
                  <a:cubicBezTo>
                    <a:pt x="239" y="1"/>
                    <a:pt x="167" y="17"/>
                    <a:pt x="111" y="49"/>
                  </a:cubicBezTo>
                  <a:cubicBezTo>
                    <a:pt x="1" y="112"/>
                    <a:pt x="1" y="217"/>
                    <a:pt x="111" y="280"/>
                  </a:cubicBezTo>
                  <a:cubicBezTo>
                    <a:pt x="167" y="312"/>
                    <a:pt x="239" y="328"/>
                    <a:pt x="312" y="328"/>
                  </a:cubicBezTo>
                  <a:cubicBezTo>
                    <a:pt x="384" y="328"/>
                    <a:pt x="457" y="312"/>
                    <a:pt x="512" y="280"/>
                  </a:cubicBezTo>
                  <a:cubicBezTo>
                    <a:pt x="623" y="217"/>
                    <a:pt x="623" y="112"/>
                    <a:pt x="512" y="49"/>
                  </a:cubicBezTo>
                  <a:cubicBezTo>
                    <a:pt x="457" y="17"/>
                    <a:pt x="384"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1" name="Google Shape;4551;p33"/>
            <p:cNvSpPr/>
            <p:nvPr/>
          </p:nvSpPr>
          <p:spPr>
            <a:xfrm>
              <a:off x="1829225" y="3279900"/>
              <a:ext cx="28325" cy="14950"/>
            </a:xfrm>
            <a:custGeom>
              <a:rect b="b" l="l" r="r" t="t"/>
              <a:pathLst>
                <a:path extrusionOk="0" h="598" w="1133">
                  <a:moveTo>
                    <a:pt x="567" y="1"/>
                  </a:moveTo>
                  <a:cubicBezTo>
                    <a:pt x="434" y="1"/>
                    <a:pt x="302" y="30"/>
                    <a:pt x="202" y="89"/>
                  </a:cubicBezTo>
                  <a:cubicBezTo>
                    <a:pt x="0" y="205"/>
                    <a:pt x="0" y="393"/>
                    <a:pt x="202" y="509"/>
                  </a:cubicBezTo>
                  <a:cubicBezTo>
                    <a:pt x="302" y="568"/>
                    <a:pt x="434" y="597"/>
                    <a:pt x="567" y="597"/>
                  </a:cubicBezTo>
                  <a:cubicBezTo>
                    <a:pt x="699" y="597"/>
                    <a:pt x="831" y="568"/>
                    <a:pt x="931" y="509"/>
                  </a:cubicBezTo>
                  <a:cubicBezTo>
                    <a:pt x="1133" y="393"/>
                    <a:pt x="1133" y="205"/>
                    <a:pt x="931" y="89"/>
                  </a:cubicBezTo>
                  <a:cubicBezTo>
                    <a:pt x="831" y="30"/>
                    <a:pt x="699"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33"/>
            <p:cNvSpPr/>
            <p:nvPr/>
          </p:nvSpPr>
          <p:spPr>
            <a:xfrm>
              <a:off x="1853125" y="3308800"/>
              <a:ext cx="19575" cy="10300"/>
            </a:xfrm>
            <a:custGeom>
              <a:rect b="b" l="l" r="r" t="t"/>
              <a:pathLst>
                <a:path extrusionOk="0" h="412"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33"/>
            <p:cNvSpPr/>
            <p:nvPr/>
          </p:nvSpPr>
          <p:spPr>
            <a:xfrm>
              <a:off x="1894525" y="3255025"/>
              <a:ext cx="16550" cy="9575"/>
            </a:xfrm>
            <a:custGeom>
              <a:rect b="b" l="l" r="r" t="t"/>
              <a:pathLst>
                <a:path extrusionOk="0" h="383" w="662">
                  <a:moveTo>
                    <a:pt x="331" y="1"/>
                  </a:moveTo>
                  <a:cubicBezTo>
                    <a:pt x="149" y="1"/>
                    <a:pt x="1" y="86"/>
                    <a:pt x="1" y="192"/>
                  </a:cubicBezTo>
                  <a:cubicBezTo>
                    <a:pt x="1" y="297"/>
                    <a:pt x="149" y="383"/>
                    <a:pt x="331" y="383"/>
                  </a:cubicBezTo>
                  <a:cubicBezTo>
                    <a:pt x="514" y="383"/>
                    <a:pt x="662" y="297"/>
                    <a:pt x="662" y="192"/>
                  </a:cubicBezTo>
                  <a:cubicBezTo>
                    <a:pt x="662" y="86"/>
                    <a:pt x="514"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33"/>
            <p:cNvSpPr/>
            <p:nvPr/>
          </p:nvSpPr>
          <p:spPr>
            <a:xfrm>
              <a:off x="1766600" y="3257025"/>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33"/>
            <p:cNvSpPr/>
            <p:nvPr/>
          </p:nvSpPr>
          <p:spPr>
            <a:xfrm>
              <a:off x="1875225" y="3272450"/>
              <a:ext cx="18150" cy="9575"/>
            </a:xfrm>
            <a:custGeom>
              <a:rect b="b" l="l" r="r" t="t"/>
              <a:pathLst>
                <a:path extrusionOk="0" h="383" w="726">
                  <a:moveTo>
                    <a:pt x="363" y="0"/>
                  </a:moveTo>
                  <a:cubicBezTo>
                    <a:pt x="279" y="0"/>
                    <a:pt x="194" y="19"/>
                    <a:pt x="130" y="57"/>
                  </a:cubicBezTo>
                  <a:cubicBezTo>
                    <a:pt x="0" y="131"/>
                    <a:pt x="0" y="252"/>
                    <a:pt x="130" y="327"/>
                  </a:cubicBezTo>
                  <a:cubicBezTo>
                    <a:pt x="194" y="364"/>
                    <a:pt x="279" y="383"/>
                    <a:pt x="363" y="383"/>
                  </a:cubicBezTo>
                  <a:cubicBezTo>
                    <a:pt x="448" y="383"/>
                    <a:pt x="533" y="364"/>
                    <a:pt x="597" y="327"/>
                  </a:cubicBezTo>
                  <a:cubicBezTo>
                    <a:pt x="725" y="252"/>
                    <a:pt x="725" y="131"/>
                    <a:pt x="597" y="57"/>
                  </a:cubicBezTo>
                  <a:cubicBezTo>
                    <a:pt x="533" y="19"/>
                    <a:pt x="448" y="0"/>
                    <a:pt x="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33"/>
            <p:cNvSpPr/>
            <p:nvPr/>
          </p:nvSpPr>
          <p:spPr>
            <a:xfrm>
              <a:off x="1858275" y="3232525"/>
              <a:ext cx="23650" cy="12475"/>
            </a:xfrm>
            <a:custGeom>
              <a:rect b="b" l="l" r="r" t="t"/>
              <a:pathLst>
                <a:path extrusionOk="0" h="499" w="946">
                  <a:moveTo>
                    <a:pt x="473" y="0"/>
                  </a:moveTo>
                  <a:cubicBezTo>
                    <a:pt x="363" y="0"/>
                    <a:pt x="252" y="25"/>
                    <a:pt x="168" y="73"/>
                  </a:cubicBezTo>
                  <a:cubicBezTo>
                    <a:pt x="0" y="170"/>
                    <a:pt x="0" y="327"/>
                    <a:pt x="168" y="425"/>
                  </a:cubicBezTo>
                  <a:cubicBezTo>
                    <a:pt x="252" y="474"/>
                    <a:pt x="363" y="498"/>
                    <a:pt x="473" y="498"/>
                  </a:cubicBezTo>
                  <a:cubicBezTo>
                    <a:pt x="583" y="498"/>
                    <a:pt x="693" y="474"/>
                    <a:pt x="777" y="425"/>
                  </a:cubicBezTo>
                  <a:cubicBezTo>
                    <a:pt x="946" y="327"/>
                    <a:pt x="946" y="170"/>
                    <a:pt x="777" y="73"/>
                  </a:cubicBezTo>
                  <a:cubicBezTo>
                    <a:pt x="693"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33"/>
            <p:cNvSpPr/>
            <p:nvPr/>
          </p:nvSpPr>
          <p:spPr>
            <a:xfrm>
              <a:off x="1783750" y="3276050"/>
              <a:ext cx="20800" cy="10950"/>
            </a:xfrm>
            <a:custGeom>
              <a:rect b="b" l="l" r="r" t="t"/>
              <a:pathLst>
                <a:path extrusionOk="0" h="438" w="832">
                  <a:moveTo>
                    <a:pt x="417" y="0"/>
                  </a:moveTo>
                  <a:cubicBezTo>
                    <a:pt x="320" y="0"/>
                    <a:pt x="223" y="22"/>
                    <a:pt x="149" y="64"/>
                  </a:cubicBezTo>
                  <a:cubicBezTo>
                    <a:pt x="1" y="150"/>
                    <a:pt x="1" y="288"/>
                    <a:pt x="149" y="373"/>
                  </a:cubicBezTo>
                  <a:cubicBezTo>
                    <a:pt x="223" y="416"/>
                    <a:pt x="320" y="437"/>
                    <a:pt x="417" y="437"/>
                  </a:cubicBezTo>
                  <a:cubicBezTo>
                    <a:pt x="513" y="437"/>
                    <a:pt x="610" y="416"/>
                    <a:pt x="684" y="373"/>
                  </a:cubicBezTo>
                  <a:cubicBezTo>
                    <a:pt x="831" y="288"/>
                    <a:pt x="831" y="150"/>
                    <a:pt x="684" y="64"/>
                  </a:cubicBezTo>
                  <a:cubicBezTo>
                    <a:pt x="610" y="22"/>
                    <a:pt x="513" y="0"/>
                    <a:pt x="4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8" name="Google Shape;4558;p33"/>
            <p:cNvSpPr/>
            <p:nvPr/>
          </p:nvSpPr>
          <p:spPr>
            <a:xfrm>
              <a:off x="1744950" y="3277825"/>
              <a:ext cx="23025" cy="12125"/>
            </a:xfrm>
            <a:custGeom>
              <a:rect b="b" l="l" r="r" t="t"/>
              <a:pathLst>
                <a:path extrusionOk="0" h="485" w="921">
                  <a:moveTo>
                    <a:pt x="460" y="0"/>
                  </a:moveTo>
                  <a:cubicBezTo>
                    <a:pt x="353" y="0"/>
                    <a:pt x="246" y="24"/>
                    <a:pt x="164" y="71"/>
                  </a:cubicBezTo>
                  <a:cubicBezTo>
                    <a:pt x="1" y="166"/>
                    <a:pt x="1" y="319"/>
                    <a:pt x="164" y="413"/>
                  </a:cubicBezTo>
                  <a:cubicBezTo>
                    <a:pt x="246" y="461"/>
                    <a:pt x="353" y="484"/>
                    <a:pt x="460" y="484"/>
                  </a:cubicBezTo>
                  <a:cubicBezTo>
                    <a:pt x="568" y="484"/>
                    <a:pt x="675" y="461"/>
                    <a:pt x="757" y="413"/>
                  </a:cubicBezTo>
                  <a:cubicBezTo>
                    <a:pt x="920" y="319"/>
                    <a:pt x="920" y="166"/>
                    <a:pt x="757" y="71"/>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9" name="Google Shape;4559;p33"/>
            <p:cNvSpPr/>
            <p:nvPr/>
          </p:nvSpPr>
          <p:spPr>
            <a:xfrm>
              <a:off x="1776700" y="3300800"/>
              <a:ext cx="11025" cy="5825"/>
            </a:xfrm>
            <a:custGeom>
              <a:rect b="b" l="l" r="r" t="t"/>
              <a:pathLst>
                <a:path extrusionOk="0" h="233" w="441">
                  <a:moveTo>
                    <a:pt x="220" y="1"/>
                  </a:moveTo>
                  <a:cubicBezTo>
                    <a:pt x="168" y="1"/>
                    <a:pt x="117" y="12"/>
                    <a:pt x="78" y="35"/>
                  </a:cubicBezTo>
                  <a:cubicBezTo>
                    <a:pt x="0" y="80"/>
                    <a:pt x="0" y="154"/>
                    <a:pt x="78" y="198"/>
                  </a:cubicBezTo>
                  <a:cubicBezTo>
                    <a:pt x="117" y="221"/>
                    <a:pt x="168" y="232"/>
                    <a:pt x="220" y="232"/>
                  </a:cubicBezTo>
                  <a:cubicBezTo>
                    <a:pt x="271" y="232"/>
                    <a:pt x="323" y="221"/>
                    <a:pt x="362" y="198"/>
                  </a:cubicBezTo>
                  <a:cubicBezTo>
                    <a:pt x="441" y="154"/>
                    <a:pt x="441" y="80"/>
                    <a:pt x="362" y="35"/>
                  </a:cubicBezTo>
                  <a:cubicBezTo>
                    <a:pt x="323" y="12"/>
                    <a:pt x="271" y="1"/>
                    <a:pt x="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33"/>
            <p:cNvSpPr/>
            <p:nvPr/>
          </p:nvSpPr>
          <p:spPr>
            <a:xfrm>
              <a:off x="1801075" y="3310325"/>
              <a:ext cx="27125" cy="14275"/>
            </a:xfrm>
            <a:custGeom>
              <a:rect b="b" l="l" r="r" t="t"/>
              <a:pathLst>
                <a:path extrusionOk="0" h="571" w="1085">
                  <a:moveTo>
                    <a:pt x="542" y="0"/>
                  </a:moveTo>
                  <a:cubicBezTo>
                    <a:pt x="416" y="0"/>
                    <a:pt x="290" y="28"/>
                    <a:pt x="193" y="84"/>
                  </a:cubicBezTo>
                  <a:cubicBezTo>
                    <a:pt x="0" y="196"/>
                    <a:pt x="0" y="376"/>
                    <a:pt x="193" y="488"/>
                  </a:cubicBezTo>
                  <a:cubicBezTo>
                    <a:pt x="290" y="543"/>
                    <a:pt x="416" y="571"/>
                    <a:pt x="542" y="571"/>
                  </a:cubicBezTo>
                  <a:cubicBezTo>
                    <a:pt x="668" y="571"/>
                    <a:pt x="795" y="543"/>
                    <a:pt x="891" y="488"/>
                  </a:cubicBezTo>
                  <a:cubicBezTo>
                    <a:pt x="1084" y="376"/>
                    <a:pt x="1084" y="196"/>
                    <a:pt x="891" y="84"/>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1" name="Google Shape;4561;p33"/>
            <p:cNvSpPr/>
            <p:nvPr/>
          </p:nvSpPr>
          <p:spPr>
            <a:xfrm>
              <a:off x="1820725" y="3232275"/>
              <a:ext cx="16975" cy="8925"/>
            </a:xfrm>
            <a:custGeom>
              <a:rect b="b" l="l" r="r" t="t"/>
              <a:pathLst>
                <a:path extrusionOk="0" h="357" w="679">
                  <a:moveTo>
                    <a:pt x="340" y="0"/>
                  </a:moveTo>
                  <a:cubicBezTo>
                    <a:pt x="261" y="0"/>
                    <a:pt x="182" y="18"/>
                    <a:pt x="121" y="53"/>
                  </a:cubicBezTo>
                  <a:cubicBezTo>
                    <a:pt x="1" y="122"/>
                    <a:pt x="1" y="235"/>
                    <a:pt x="121" y="305"/>
                  </a:cubicBezTo>
                  <a:cubicBezTo>
                    <a:pt x="182" y="339"/>
                    <a:pt x="261" y="357"/>
                    <a:pt x="340" y="357"/>
                  </a:cubicBezTo>
                  <a:cubicBezTo>
                    <a:pt x="419" y="357"/>
                    <a:pt x="497" y="339"/>
                    <a:pt x="558" y="305"/>
                  </a:cubicBezTo>
                  <a:cubicBezTo>
                    <a:pt x="679" y="235"/>
                    <a:pt x="679" y="122"/>
                    <a:pt x="558" y="53"/>
                  </a:cubicBezTo>
                  <a:cubicBezTo>
                    <a:pt x="497" y="18"/>
                    <a:pt x="419" y="0"/>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2" name="Google Shape;4562;p33"/>
            <p:cNvSpPr/>
            <p:nvPr/>
          </p:nvSpPr>
          <p:spPr>
            <a:xfrm>
              <a:off x="1861425" y="3255350"/>
              <a:ext cx="15450" cy="8925"/>
            </a:xfrm>
            <a:custGeom>
              <a:rect b="b" l="l" r="r" t="t"/>
              <a:pathLst>
                <a:path extrusionOk="0" h="357" w="618">
                  <a:moveTo>
                    <a:pt x="310" y="0"/>
                  </a:moveTo>
                  <a:cubicBezTo>
                    <a:pt x="139" y="0"/>
                    <a:pt x="1" y="81"/>
                    <a:pt x="1" y="179"/>
                  </a:cubicBezTo>
                  <a:cubicBezTo>
                    <a:pt x="1" y="277"/>
                    <a:pt x="139" y="357"/>
                    <a:pt x="310" y="357"/>
                  </a:cubicBezTo>
                  <a:cubicBezTo>
                    <a:pt x="479" y="357"/>
                    <a:pt x="617" y="277"/>
                    <a:pt x="617" y="179"/>
                  </a:cubicBezTo>
                  <a:cubicBezTo>
                    <a:pt x="617" y="81"/>
                    <a:pt x="479"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3" name="Google Shape;4563;p33"/>
            <p:cNvSpPr/>
            <p:nvPr/>
          </p:nvSpPr>
          <p:spPr>
            <a:xfrm>
              <a:off x="1894200" y="3287775"/>
              <a:ext cx="28850" cy="15175"/>
            </a:xfrm>
            <a:custGeom>
              <a:rect b="b" l="l" r="r" t="t"/>
              <a:pathLst>
                <a:path extrusionOk="0" h="607" w="1154">
                  <a:moveTo>
                    <a:pt x="577" y="0"/>
                  </a:moveTo>
                  <a:cubicBezTo>
                    <a:pt x="443" y="0"/>
                    <a:pt x="309" y="30"/>
                    <a:pt x="206" y="89"/>
                  </a:cubicBezTo>
                  <a:cubicBezTo>
                    <a:pt x="0" y="207"/>
                    <a:pt x="0" y="399"/>
                    <a:pt x="206" y="518"/>
                  </a:cubicBezTo>
                  <a:cubicBezTo>
                    <a:pt x="309" y="577"/>
                    <a:pt x="443" y="607"/>
                    <a:pt x="577" y="607"/>
                  </a:cubicBezTo>
                  <a:cubicBezTo>
                    <a:pt x="712" y="607"/>
                    <a:pt x="846" y="577"/>
                    <a:pt x="949" y="518"/>
                  </a:cubicBezTo>
                  <a:cubicBezTo>
                    <a:pt x="1154" y="399"/>
                    <a:pt x="1154" y="207"/>
                    <a:pt x="949" y="89"/>
                  </a:cubicBezTo>
                  <a:cubicBezTo>
                    <a:pt x="846" y="30"/>
                    <a:pt x="712" y="0"/>
                    <a:pt x="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33"/>
            <p:cNvSpPr/>
            <p:nvPr/>
          </p:nvSpPr>
          <p:spPr>
            <a:xfrm>
              <a:off x="1907075" y="3230200"/>
              <a:ext cx="22850" cy="12050"/>
            </a:xfrm>
            <a:custGeom>
              <a:rect b="b" l="l" r="r" t="t"/>
              <a:pathLst>
                <a:path extrusionOk="0" h="482" w="914">
                  <a:moveTo>
                    <a:pt x="458" y="1"/>
                  </a:moveTo>
                  <a:cubicBezTo>
                    <a:pt x="351" y="1"/>
                    <a:pt x="245" y="24"/>
                    <a:pt x="163" y="71"/>
                  </a:cubicBezTo>
                  <a:cubicBezTo>
                    <a:pt x="1" y="165"/>
                    <a:pt x="1" y="317"/>
                    <a:pt x="163" y="411"/>
                  </a:cubicBezTo>
                  <a:cubicBezTo>
                    <a:pt x="245" y="458"/>
                    <a:pt x="351" y="481"/>
                    <a:pt x="458" y="481"/>
                  </a:cubicBezTo>
                  <a:cubicBezTo>
                    <a:pt x="564" y="481"/>
                    <a:pt x="670" y="458"/>
                    <a:pt x="751" y="411"/>
                  </a:cubicBezTo>
                  <a:cubicBezTo>
                    <a:pt x="914" y="317"/>
                    <a:pt x="914" y="165"/>
                    <a:pt x="751" y="71"/>
                  </a:cubicBezTo>
                  <a:cubicBezTo>
                    <a:pt x="670" y="24"/>
                    <a:pt x="564"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33"/>
            <p:cNvSpPr/>
            <p:nvPr/>
          </p:nvSpPr>
          <p:spPr>
            <a:xfrm>
              <a:off x="1938175" y="3263250"/>
              <a:ext cx="18950" cy="9975"/>
            </a:xfrm>
            <a:custGeom>
              <a:rect b="b" l="l" r="r" t="t"/>
              <a:pathLst>
                <a:path extrusionOk="0" h="399" w="758">
                  <a:moveTo>
                    <a:pt x="380" y="0"/>
                  </a:moveTo>
                  <a:cubicBezTo>
                    <a:pt x="292" y="0"/>
                    <a:pt x="203" y="20"/>
                    <a:pt x="136" y="59"/>
                  </a:cubicBezTo>
                  <a:cubicBezTo>
                    <a:pt x="1" y="136"/>
                    <a:pt x="1" y="262"/>
                    <a:pt x="136" y="340"/>
                  </a:cubicBezTo>
                  <a:cubicBezTo>
                    <a:pt x="203" y="379"/>
                    <a:pt x="292" y="399"/>
                    <a:pt x="380" y="399"/>
                  </a:cubicBezTo>
                  <a:cubicBezTo>
                    <a:pt x="468" y="399"/>
                    <a:pt x="557" y="379"/>
                    <a:pt x="624" y="340"/>
                  </a:cubicBezTo>
                  <a:cubicBezTo>
                    <a:pt x="758" y="262"/>
                    <a:pt x="758" y="136"/>
                    <a:pt x="624" y="59"/>
                  </a:cubicBezTo>
                  <a:cubicBezTo>
                    <a:pt x="557" y="20"/>
                    <a:pt x="468" y="0"/>
                    <a:pt x="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6" name="Google Shape;4566;p33"/>
            <p:cNvSpPr/>
            <p:nvPr/>
          </p:nvSpPr>
          <p:spPr>
            <a:xfrm>
              <a:off x="1840425" y="3346875"/>
              <a:ext cx="27950" cy="14725"/>
            </a:xfrm>
            <a:custGeom>
              <a:rect b="b" l="l" r="r" t="t"/>
              <a:pathLst>
                <a:path extrusionOk="0" h="589" w="1118">
                  <a:moveTo>
                    <a:pt x="559" y="0"/>
                  </a:moveTo>
                  <a:cubicBezTo>
                    <a:pt x="428" y="0"/>
                    <a:pt x="298" y="29"/>
                    <a:pt x="199" y="87"/>
                  </a:cubicBezTo>
                  <a:cubicBezTo>
                    <a:pt x="0" y="201"/>
                    <a:pt x="0" y="387"/>
                    <a:pt x="199" y="502"/>
                  </a:cubicBezTo>
                  <a:cubicBezTo>
                    <a:pt x="298" y="559"/>
                    <a:pt x="428" y="588"/>
                    <a:pt x="559" y="588"/>
                  </a:cubicBezTo>
                  <a:cubicBezTo>
                    <a:pt x="689" y="588"/>
                    <a:pt x="819" y="559"/>
                    <a:pt x="919" y="502"/>
                  </a:cubicBezTo>
                  <a:cubicBezTo>
                    <a:pt x="1118" y="387"/>
                    <a:pt x="1118" y="201"/>
                    <a:pt x="919"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7" name="Google Shape;4567;p33"/>
            <p:cNvSpPr/>
            <p:nvPr/>
          </p:nvSpPr>
          <p:spPr>
            <a:xfrm>
              <a:off x="1807725" y="3331100"/>
              <a:ext cx="15575" cy="8225"/>
            </a:xfrm>
            <a:custGeom>
              <a:rect b="b" l="l" r="r" t="t"/>
              <a:pathLst>
                <a:path extrusionOk="0" h="329" w="623">
                  <a:moveTo>
                    <a:pt x="311" y="1"/>
                  </a:moveTo>
                  <a:cubicBezTo>
                    <a:pt x="239" y="1"/>
                    <a:pt x="166" y="17"/>
                    <a:pt x="111" y="49"/>
                  </a:cubicBezTo>
                  <a:cubicBezTo>
                    <a:pt x="0" y="113"/>
                    <a:pt x="0" y="217"/>
                    <a:pt x="111" y="281"/>
                  </a:cubicBezTo>
                  <a:cubicBezTo>
                    <a:pt x="166" y="313"/>
                    <a:pt x="239" y="329"/>
                    <a:pt x="311" y="329"/>
                  </a:cubicBezTo>
                  <a:cubicBezTo>
                    <a:pt x="384" y="329"/>
                    <a:pt x="456" y="313"/>
                    <a:pt x="511" y="281"/>
                  </a:cubicBezTo>
                  <a:cubicBezTo>
                    <a:pt x="622" y="217"/>
                    <a:pt x="622" y="113"/>
                    <a:pt x="511" y="49"/>
                  </a:cubicBezTo>
                  <a:cubicBezTo>
                    <a:pt x="456" y="17"/>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8" name="Google Shape;4568;p33"/>
            <p:cNvSpPr/>
            <p:nvPr/>
          </p:nvSpPr>
          <p:spPr>
            <a:xfrm>
              <a:off x="1855525" y="3372225"/>
              <a:ext cx="28325" cy="14925"/>
            </a:xfrm>
            <a:custGeom>
              <a:rect b="b" l="l" r="r" t="t"/>
              <a:pathLst>
                <a:path extrusionOk="0" h="597" w="1133">
                  <a:moveTo>
                    <a:pt x="567" y="0"/>
                  </a:moveTo>
                  <a:cubicBezTo>
                    <a:pt x="435" y="0"/>
                    <a:pt x="303" y="29"/>
                    <a:pt x="202" y="88"/>
                  </a:cubicBezTo>
                  <a:cubicBezTo>
                    <a:pt x="1" y="204"/>
                    <a:pt x="1" y="393"/>
                    <a:pt x="202" y="509"/>
                  </a:cubicBezTo>
                  <a:cubicBezTo>
                    <a:pt x="303" y="567"/>
                    <a:pt x="435" y="596"/>
                    <a:pt x="567" y="596"/>
                  </a:cubicBezTo>
                  <a:cubicBezTo>
                    <a:pt x="699" y="596"/>
                    <a:pt x="831" y="567"/>
                    <a:pt x="932" y="509"/>
                  </a:cubicBezTo>
                  <a:cubicBezTo>
                    <a:pt x="1133" y="393"/>
                    <a:pt x="1133" y="204"/>
                    <a:pt x="932"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9" name="Google Shape;4569;p33"/>
            <p:cNvSpPr/>
            <p:nvPr/>
          </p:nvSpPr>
          <p:spPr>
            <a:xfrm>
              <a:off x="1879425" y="3401100"/>
              <a:ext cx="19600" cy="10325"/>
            </a:xfrm>
            <a:custGeom>
              <a:rect b="b" l="l" r="r" t="t"/>
              <a:pathLst>
                <a:path extrusionOk="0" h="413" w="784">
                  <a:moveTo>
                    <a:pt x="392" y="1"/>
                  </a:moveTo>
                  <a:cubicBezTo>
                    <a:pt x="301" y="1"/>
                    <a:pt x="210" y="21"/>
                    <a:pt x="140" y="61"/>
                  </a:cubicBezTo>
                  <a:cubicBezTo>
                    <a:pt x="1" y="141"/>
                    <a:pt x="1" y="272"/>
                    <a:pt x="140" y="352"/>
                  </a:cubicBezTo>
                  <a:cubicBezTo>
                    <a:pt x="210"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33"/>
            <p:cNvSpPr/>
            <p:nvPr/>
          </p:nvSpPr>
          <p:spPr>
            <a:xfrm>
              <a:off x="1920025" y="3347325"/>
              <a:ext cx="18150" cy="9575"/>
            </a:xfrm>
            <a:custGeom>
              <a:rect b="b" l="l" r="r" t="t"/>
              <a:pathLst>
                <a:path extrusionOk="0" h="383" w="726">
                  <a:moveTo>
                    <a:pt x="364" y="1"/>
                  </a:moveTo>
                  <a:cubicBezTo>
                    <a:pt x="279" y="1"/>
                    <a:pt x="194" y="20"/>
                    <a:pt x="130" y="57"/>
                  </a:cubicBezTo>
                  <a:cubicBezTo>
                    <a:pt x="0" y="132"/>
                    <a:pt x="0" y="252"/>
                    <a:pt x="130" y="327"/>
                  </a:cubicBezTo>
                  <a:cubicBezTo>
                    <a:pt x="194" y="364"/>
                    <a:pt x="279" y="383"/>
                    <a:pt x="364" y="383"/>
                  </a:cubicBezTo>
                  <a:cubicBezTo>
                    <a:pt x="448" y="383"/>
                    <a:pt x="533" y="364"/>
                    <a:pt x="597" y="327"/>
                  </a:cubicBezTo>
                  <a:cubicBezTo>
                    <a:pt x="726" y="252"/>
                    <a:pt x="726" y="132"/>
                    <a:pt x="597" y="57"/>
                  </a:cubicBezTo>
                  <a:cubicBezTo>
                    <a:pt x="533" y="20"/>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33"/>
            <p:cNvSpPr/>
            <p:nvPr/>
          </p:nvSpPr>
          <p:spPr>
            <a:xfrm>
              <a:off x="1792900" y="3349350"/>
              <a:ext cx="16550" cy="9550"/>
            </a:xfrm>
            <a:custGeom>
              <a:rect b="b" l="l" r="r" t="t"/>
              <a:pathLst>
                <a:path extrusionOk="0" h="382" w="662">
                  <a:moveTo>
                    <a:pt x="330" y="0"/>
                  </a:moveTo>
                  <a:cubicBezTo>
                    <a:pt x="148" y="0"/>
                    <a:pt x="0" y="86"/>
                    <a:pt x="0" y="191"/>
                  </a:cubicBezTo>
                  <a:cubicBezTo>
                    <a:pt x="0" y="296"/>
                    <a:pt x="148" y="382"/>
                    <a:pt x="330" y="382"/>
                  </a:cubicBezTo>
                  <a:cubicBezTo>
                    <a:pt x="514" y="382"/>
                    <a:pt x="662" y="296"/>
                    <a:pt x="662" y="191"/>
                  </a:cubicBezTo>
                  <a:cubicBezTo>
                    <a:pt x="662" y="86"/>
                    <a:pt x="514"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2" name="Google Shape;4572;p33"/>
            <p:cNvSpPr/>
            <p:nvPr/>
          </p:nvSpPr>
          <p:spPr>
            <a:xfrm>
              <a:off x="1902350" y="3364750"/>
              <a:ext cx="16550" cy="9575"/>
            </a:xfrm>
            <a:custGeom>
              <a:rect b="b" l="l" r="r" t="t"/>
              <a:pathLst>
                <a:path extrusionOk="0" h="383" w="662">
                  <a:moveTo>
                    <a:pt x="330" y="1"/>
                  </a:moveTo>
                  <a:cubicBezTo>
                    <a:pt x="148" y="1"/>
                    <a:pt x="0" y="86"/>
                    <a:pt x="0" y="192"/>
                  </a:cubicBezTo>
                  <a:cubicBezTo>
                    <a:pt x="0" y="297"/>
                    <a:pt x="148" y="383"/>
                    <a:pt x="330" y="383"/>
                  </a:cubicBezTo>
                  <a:cubicBezTo>
                    <a:pt x="512" y="383"/>
                    <a:pt x="661" y="297"/>
                    <a:pt x="661" y="192"/>
                  </a:cubicBezTo>
                  <a:cubicBezTo>
                    <a:pt x="661" y="86"/>
                    <a:pt x="512"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3" name="Google Shape;4573;p33"/>
            <p:cNvSpPr/>
            <p:nvPr/>
          </p:nvSpPr>
          <p:spPr>
            <a:xfrm>
              <a:off x="1884575" y="3324825"/>
              <a:ext cx="23675" cy="12475"/>
            </a:xfrm>
            <a:custGeom>
              <a:rect b="b" l="l" r="r" t="t"/>
              <a:pathLst>
                <a:path extrusionOk="0" h="499" w="947">
                  <a:moveTo>
                    <a:pt x="473" y="1"/>
                  </a:moveTo>
                  <a:cubicBezTo>
                    <a:pt x="363" y="1"/>
                    <a:pt x="252" y="25"/>
                    <a:pt x="168" y="73"/>
                  </a:cubicBezTo>
                  <a:cubicBezTo>
                    <a:pt x="0" y="170"/>
                    <a:pt x="0" y="329"/>
                    <a:pt x="168" y="426"/>
                  </a:cubicBezTo>
                  <a:cubicBezTo>
                    <a:pt x="252" y="474"/>
                    <a:pt x="363" y="498"/>
                    <a:pt x="473" y="498"/>
                  </a:cubicBezTo>
                  <a:cubicBezTo>
                    <a:pt x="583" y="498"/>
                    <a:pt x="694" y="474"/>
                    <a:pt x="777" y="426"/>
                  </a:cubicBezTo>
                  <a:cubicBezTo>
                    <a:pt x="946" y="329"/>
                    <a:pt x="946" y="170"/>
                    <a:pt x="777"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4" name="Google Shape;4574;p33"/>
            <p:cNvSpPr/>
            <p:nvPr/>
          </p:nvSpPr>
          <p:spPr>
            <a:xfrm>
              <a:off x="1810050" y="3368350"/>
              <a:ext cx="20800" cy="10950"/>
            </a:xfrm>
            <a:custGeom>
              <a:rect b="b" l="l" r="r" t="t"/>
              <a:pathLst>
                <a:path extrusionOk="0" h="438" w="832">
                  <a:moveTo>
                    <a:pt x="416" y="1"/>
                  </a:moveTo>
                  <a:cubicBezTo>
                    <a:pt x="320" y="1"/>
                    <a:pt x="223" y="22"/>
                    <a:pt x="149" y="65"/>
                  </a:cubicBezTo>
                  <a:cubicBezTo>
                    <a:pt x="1" y="150"/>
                    <a:pt x="1" y="288"/>
                    <a:pt x="149" y="374"/>
                  </a:cubicBezTo>
                  <a:cubicBezTo>
                    <a:pt x="223" y="416"/>
                    <a:pt x="320" y="438"/>
                    <a:pt x="417" y="438"/>
                  </a:cubicBezTo>
                  <a:cubicBezTo>
                    <a:pt x="514" y="438"/>
                    <a:pt x="610" y="416"/>
                    <a:pt x="684" y="374"/>
                  </a:cubicBezTo>
                  <a:cubicBezTo>
                    <a:pt x="832" y="288"/>
                    <a:pt x="832" y="150"/>
                    <a:pt x="684" y="65"/>
                  </a:cubicBezTo>
                  <a:cubicBezTo>
                    <a:pt x="610" y="22"/>
                    <a:pt x="513"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5" name="Google Shape;4575;p33"/>
            <p:cNvSpPr/>
            <p:nvPr/>
          </p:nvSpPr>
          <p:spPr>
            <a:xfrm>
              <a:off x="1771250" y="3370150"/>
              <a:ext cx="23025" cy="12100"/>
            </a:xfrm>
            <a:custGeom>
              <a:rect b="b" l="l" r="r" t="t"/>
              <a:pathLst>
                <a:path extrusionOk="0" h="484" w="921">
                  <a:moveTo>
                    <a:pt x="460" y="0"/>
                  </a:moveTo>
                  <a:cubicBezTo>
                    <a:pt x="353" y="0"/>
                    <a:pt x="246" y="24"/>
                    <a:pt x="164" y="71"/>
                  </a:cubicBezTo>
                  <a:cubicBezTo>
                    <a:pt x="1" y="166"/>
                    <a:pt x="1" y="318"/>
                    <a:pt x="164" y="412"/>
                  </a:cubicBezTo>
                  <a:cubicBezTo>
                    <a:pt x="246" y="460"/>
                    <a:pt x="353" y="483"/>
                    <a:pt x="460" y="483"/>
                  </a:cubicBezTo>
                  <a:cubicBezTo>
                    <a:pt x="567" y="483"/>
                    <a:pt x="675" y="460"/>
                    <a:pt x="757" y="412"/>
                  </a:cubicBezTo>
                  <a:cubicBezTo>
                    <a:pt x="920" y="318"/>
                    <a:pt x="920" y="166"/>
                    <a:pt x="757" y="71"/>
                  </a:cubicBezTo>
                  <a:cubicBezTo>
                    <a:pt x="675"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33"/>
            <p:cNvSpPr/>
            <p:nvPr/>
          </p:nvSpPr>
          <p:spPr>
            <a:xfrm>
              <a:off x="1803000" y="339312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2" y="233"/>
                    <a:pt x="323" y="221"/>
                    <a:pt x="362" y="199"/>
                  </a:cubicBezTo>
                  <a:cubicBezTo>
                    <a:pt x="441" y="153"/>
                    <a:pt x="441" y="80"/>
                    <a:pt x="362" y="34"/>
                  </a:cubicBezTo>
                  <a:cubicBezTo>
                    <a:pt x="323" y="12"/>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7" name="Google Shape;4577;p33"/>
            <p:cNvSpPr/>
            <p:nvPr/>
          </p:nvSpPr>
          <p:spPr>
            <a:xfrm>
              <a:off x="1827375" y="3402650"/>
              <a:ext cx="27125" cy="14275"/>
            </a:xfrm>
            <a:custGeom>
              <a:rect b="b" l="l" r="r" t="t"/>
              <a:pathLst>
                <a:path extrusionOk="0" h="571" w="1085">
                  <a:moveTo>
                    <a:pt x="542" y="0"/>
                  </a:moveTo>
                  <a:cubicBezTo>
                    <a:pt x="416" y="0"/>
                    <a:pt x="290" y="28"/>
                    <a:pt x="193" y="83"/>
                  </a:cubicBezTo>
                  <a:cubicBezTo>
                    <a:pt x="1" y="195"/>
                    <a:pt x="1"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8" name="Google Shape;4578;p33"/>
            <p:cNvSpPr/>
            <p:nvPr/>
          </p:nvSpPr>
          <p:spPr>
            <a:xfrm>
              <a:off x="1847050" y="3324600"/>
              <a:ext cx="16950" cy="8950"/>
            </a:xfrm>
            <a:custGeom>
              <a:rect b="b" l="l" r="r" t="t"/>
              <a:pathLst>
                <a:path extrusionOk="0" h="358" w="678">
                  <a:moveTo>
                    <a:pt x="339" y="0"/>
                  </a:moveTo>
                  <a:cubicBezTo>
                    <a:pt x="260" y="0"/>
                    <a:pt x="181" y="18"/>
                    <a:pt x="120" y="52"/>
                  </a:cubicBezTo>
                  <a:cubicBezTo>
                    <a:pt x="0" y="123"/>
                    <a:pt x="0" y="235"/>
                    <a:pt x="120" y="305"/>
                  </a:cubicBezTo>
                  <a:cubicBezTo>
                    <a:pt x="181" y="340"/>
                    <a:pt x="260" y="357"/>
                    <a:pt x="339" y="357"/>
                  </a:cubicBezTo>
                  <a:cubicBezTo>
                    <a:pt x="418" y="357"/>
                    <a:pt x="497" y="340"/>
                    <a:pt x="557" y="305"/>
                  </a:cubicBezTo>
                  <a:cubicBezTo>
                    <a:pt x="678" y="235"/>
                    <a:pt x="678" y="123"/>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9" name="Google Shape;4579;p33"/>
            <p:cNvSpPr/>
            <p:nvPr/>
          </p:nvSpPr>
          <p:spPr>
            <a:xfrm>
              <a:off x="1887000" y="3347675"/>
              <a:ext cx="16950" cy="8925"/>
            </a:xfrm>
            <a:custGeom>
              <a:rect b="b" l="l" r="r" t="t"/>
              <a:pathLst>
                <a:path extrusionOk="0" h="357" w="678">
                  <a:moveTo>
                    <a:pt x="339" y="0"/>
                  </a:moveTo>
                  <a:cubicBezTo>
                    <a:pt x="260" y="0"/>
                    <a:pt x="181" y="18"/>
                    <a:pt x="121" y="52"/>
                  </a:cubicBezTo>
                  <a:cubicBezTo>
                    <a:pt x="0" y="122"/>
                    <a:pt x="0" y="235"/>
                    <a:pt x="121" y="304"/>
                  </a:cubicBezTo>
                  <a:cubicBezTo>
                    <a:pt x="181"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0" name="Google Shape;4580;p33"/>
            <p:cNvSpPr/>
            <p:nvPr/>
          </p:nvSpPr>
          <p:spPr>
            <a:xfrm>
              <a:off x="1920500" y="3380075"/>
              <a:ext cx="28850" cy="15175"/>
            </a:xfrm>
            <a:custGeom>
              <a:rect b="b" l="l" r="r" t="t"/>
              <a:pathLst>
                <a:path extrusionOk="0" h="607" w="1154">
                  <a:moveTo>
                    <a:pt x="578" y="1"/>
                  </a:moveTo>
                  <a:cubicBezTo>
                    <a:pt x="443" y="1"/>
                    <a:pt x="309" y="30"/>
                    <a:pt x="206" y="89"/>
                  </a:cubicBezTo>
                  <a:cubicBezTo>
                    <a:pt x="0" y="207"/>
                    <a:pt x="0" y="400"/>
                    <a:pt x="206" y="518"/>
                  </a:cubicBezTo>
                  <a:cubicBezTo>
                    <a:pt x="309" y="577"/>
                    <a:pt x="443" y="607"/>
                    <a:pt x="578" y="607"/>
                  </a:cubicBezTo>
                  <a:cubicBezTo>
                    <a:pt x="712" y="607"/>
                    <a:pt x="847" y="577"/>
                    <a:pt x="949" y="518"/>
                  </a:cubicBezTo>
                  <a:cubicBezTo>
                    <a:pt x="1154" y="399"/>
                    <a:pt x="1154" y="207"/>
                    <a:pt x="949" y="89"/>
                  </a:cubicBezTo>
                  <a:cubicBezTo>
                    <a:pt x="847" y="30"/>
                    <a:pt x="712"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1" name="Google Shape;4581;p33"/>
            <p:cNvSpPr/>
            <p:nvPr/>
          </p:nvSpPr>
          <p:spPr>
            <a:xfrm>
              <a:off x="1933400" y="3322525"/>
              <a:ext cx="22850" cy="12025"/>
            </a:xfrm>
            <a:custGeom>
              <a:rect b="b" l="l" r="r" t="t"/>
              <a:pathLst>
                <a:path extrusionOk="0" h="481" w="914">
                  <a:moveTo>
                    <a:pt x="457" y="0"/>
                  </a:moveTo>
                  <a:cubicBezTo>
                    <a:pt x="351" y="0"/>
                    <a:pt x="245" y="24"/>
                    <a:pt x="163" y="71"/>
                  </a:cubicBezTo>
                  <a:cubicBezTo>
                    <a:pt x="0" y="164"/>
                    <a:pt x="0" y="316"/>
                    <a:pt x="163" y="410"/>
                  </a:cubicBezTo>
                  <a:cubicBezTo>
                    <a:pt x="245" y="457"/>
                    <a:pt x="351" y="480"/>
                    <a:pt x="457" y="480"/>
                  </a:cubicBezTo>
                  <a:cubicBezTo>
                    <a:pt x="563" y="480"/>
                    <a:pt x="670" y="457"/>
                    <a:pt x="751" y="410"/>
                  </a:cubicBezTo>
                  <a:cubicBezTo>
                    <a:pt x="913" y="316"/>
                    <a:pt x="913" y="164"/>
                    <a:pt x="751" y="71"/>
                  </a:cubicBezTo>
                  <a:cubicBezTo>
                    <a:pt x="670"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33"/>
            <p:cNvSpPr/>
            <p:nvPr/>
          </p:nvSpPr>
          <p:spPr>
            <a:xfrm>
              <a:off x="1964500" y="3355550"/>
              <a:ext cx="18975" cy="10000"/>
            </a:xfrm>
            <a:custGeom>
              <a:rect b="b" l="l" r="r" t="t"/>
              <a:pathLst>
                <a:path extrusionOk="0" h="400" w="759">
                  <a:moveTo>
                    <a:pt x="379" y="1"/>
                  </a:moveTo>
                  <a:cubicBezTo>
                    <a:pt x="291" y="1"/>
                    <a:pt x="203" y="20"/>
                    <a:pt x="135" y="59"/>
                  </a:cubicBezTo>
                  <a:cubicBezTo>
                    <a:pt x="0" y="137"/>
                    <a:pt x="0" y="263"/>
                    <a:pt x="135" y="341"/>
                  </a:cubicBezTo>
                  <a:cubicBezTo>
                    <a:pt x="203" y="380"/>
                    <a:pt x="291" y="399"/>
                    <a:pt x="379" y="399"/>
                  </a:cubicBezTo>
                  <a:cubicBezTo>
                    <a:pt x="467" y="399"/>
                    <a:pt x="556" y="380"/>
                    <a:pt x="623" y="341"/>
                  </a:cubicBezTo>
                  <a:cubicBezTo>
                    <a:pt x="758" y="263"/>
                    <a:pt x="758" y="137"/>
                    <a:pt x="623" y="59"/>
                  </a:cubicBezTo>
                  <a:cubicBezTo>
                    <a:pt x="556" y="20"/>
                    <a:pt x="467"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3" name="Google Shape;4583;p33"/>
            <p:cNvSpPr/>
            <p:nvPr/>
          </p:nvSpPr>
          <p:spPr>
            <a:xfrm>
              <a:off x="1900000" y="3434675"/>
              <a:ext cx="27950" cy="14725"/>
            </a:xfrm>
            <a:custGeom>
              <a:rect b="b" l="l" r="r" t="t"/>
              <a:pathLst>
                <a:path extrusionOk="0" h="589" w="1118">
                  <a:moveTo>
                    <a:pt x="559" y="0"/>
                  </a:moveTo>
                  <a:cubicBezTo>
                    <a:pt x="429" y="0"/>
                    <a:pt x="298" y="29"/>
                    <a:pt x="198" y="87"/>
                  </a:cubicBezTo>
                  <a:cubicBezTo>
                    <a:pt x="0" y="201"/>
                    <a:pt x="0" y="387"/>
                    <a:pt x="198" y="502"/>
                  </a:cubicBezTo>
                  <a:cubicBezTo>
                    <a:pt x="298" y="559"/>
                    <a:pt x="429" y="588"/>
                    <a:pt x="559" y="588"/>
                  </a:cubicBezTo>
                  <a:cubicBezTo>
                    <a:pt x="689" y="588"/>
                    <a:pt x="819" y="559"/>
                    <a:pt x="918" y="502"/>
                  </a:cubicBezTo>
                  <a:cubicBezTo>
                    <a:pt x="1118" y="387"/>
                    <a:pt x="1118" y="201"/>
                    <a:pt x="918" y="87"/>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4" name="Google Shape;4584;p33"/>
            <p:cNvSpPr/>
            <p:nvPr/>
          </p:nvSpPr>
          <p:spPr>
            <a:xfrm>
              <a:off x="1867300" y="3418925"/>
              <a:ext cx="15575" cy="8200"/>
            </a:xfrm>
            <a:custGeom>
              <a:rect b="b" l="l" r="r" t="t"/>
              <a:pathLst>
                <a:path extrusionOk="0" h="328" w="623">
                  <a:moveTo>
                    <a:pt x="311" y="1"/>
                  </a:moveTo>
                  <a:cubicBezTo>
                    <a:pt x="239" y="1"/>
                    <a:pt x="166" y="16"/>
                    <a:pt x="112" y="48"/>
                  </a:cubicBezTo>
                  <a:cubicBezTo>
                    <a:pt x="1" y="112"/>
                    <a:pt x="1" y="216"/>
                    <a:pt x="112" y="279"/>
                  </a:cubicBezTo>
                  <a:cubicBezTo>
                    <a:pt x="166" y="311"/>
                    <a:pt x="239" y="327"/>
                    <a:pt x="311" y="327"/>
                  </a:cubicBezTo>
                  <a:cubicBezTo>
                    <a:pt x="384" y="327"/>
                    <a:pt x="457" y="311"/>
                    <a:pt x="512" y="279"/>
                  </a:cubicBezTo>
                  <a:cubicBezTo>
                    <a:pt x="623" y="216"/>
                    <a:pt x="623" y="112"/>
                    <a:pt x="512" y="48"/>
                  </a:cubicBezTo>
                  <a:cubicBezTo>
                    <a:pt x="457" y="16"/>
                    <a:pt x="384"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5" name="Google Shape;4585;p33"/>
            <p:cNvSpPr/>
            <p:nvPr/>
          </p:nvSpPr>
          <p:spPr>
            <a:xfrm>
              <a:off x="1915100" y="3460025"/>
              <a:ext cx="28325" cy="14925"/>
            </a:xfrm>
            <a:custGeom>
              <a:rect b="b" l="l" r="r" t="t"/>
              <a:pathLst>
                <a:path extrusionOk="0" h="597" w="1133">
                  <a:moveTo>
                    <a:pt x="566" y="0"/>
                  </a:moveTo>
                  <a:cubicBezTo>
                    <a:pt x="434" y="0"/>
                    <a:pt x="302" y="29"/>
                    <a:pt x="202" y="88"/>
                  </a:cubicBezTo>
                  <a:cubicBezTo>
                    <a:pt x="0" y="204"/>
                    <a:pt x="0" y="393"/>
                    <a:pt x="202" y="509"/>
                  </a:cubicBezTo>
                  <a:cubicBezTo>
                    <a:pt x="302" y="567"/>
                    <a:pt x="434" y="596"/>
                    <a:pt x="566" y="596"/>
                  </a:cubicBezTo>
                  <a:cubicBezTo>
                    <a:pt x="699" y="596"/>
                    <a:pt x="831" y="567"/>
                    <a:pt x="931" y="509"/>
                  </a:cubicBezTo>
                  <a:cubicBezTo>
                    <a:pt x="1133" y="393"/>
                    <a:pt x="1133" y="204"/>
                    <a:pt x="931" y="88"/>
                  </a:cubicBezTo>
                  <a:cubicBezTo>
                    <a:pt x="831" y="29"/>
                    <a:pt x="699"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6" name="Google Shape;4586;p33"/>
            <p:cNvSpPr/>
            <p:nvPr/>
          </p:nvSpPr>
          <p:spPr>
            <a:xfrm>
              <a:off x="1939025" y="3488900"/>
              <a:ext cx="19550" cy="10325"/>
            </a:xfrm>
            <a:custGeom>
              <a:rect b="b" l="l" r="r" t="t"/>
              <a:pathLst>
                <a:path extrusionOk="0" h="413" w="782">
                  <a:moveTo>
                    <a:pt x="391" y="1"/>
                  </a:moveTo>
                  <a:cubicBezTo>
                    <a:pt x="300" y="1"/>
                    <a:pt x="208" y="21"/>
                    <a:pt x="139" y="61"/>
                  </a:cubicBezTo>
                  <a:cubicBezTo>
                    <a:pt x="1" y="141"/>
                    <a:pt x="1" y="272"/>
                    <a:pt x="139" y="352"/>
                  </a:cubicBezTo>
                  <a:cubicBezTo>
                    <a:pt x="208" y="392"/>
                    <a:pt x="300" y="412"/>
                    <a:pt x="391" y="412"/>
                  </a:cubicBezTo>
                  <a:cubicBezTo>
                    <a:pt x="482" y="412"/>
                    <a:pt x="573" y="392"/>
                    <a:pt x="643" y="352"/>
                  </a:cubicBezTo>
                  <a:cubicBezTo>
                    <a:pt x="782" y="272"/>
                    <a:pt x="782" y="141"/>
                    <a:pt x="643" y="61"/>
                  </a:cubicBezTo>
                  <a:cubicBezTo>
                    <a:pt x="573" y="21"/>
                    <a:pt x="482" y="1"/>
                    <a:pt x="3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7" name="Google Shape;4587;p33"/>
            <p:cNvSpPr/>
            <p:nvPr/>
          </p:nvSpPr>
          <p:spPr>
            <a:xfrm>
              <a:off x="1979625" y="3435125"/>
              <a:ext cx="18150" cy="9575"/>
            </a:xfrm>
            <a:custGeom>
              <a:rect b="b" l="l" r="r" t="t"/>
              <a:pathLst>
                <a:path extrusionOk="0" h="383" w="726">
                  <a:moveTo>
                    <a:pt x="363" y="1"/>
                  </a:moveTo>
                  <a:cubicBezTo>
                    <a:pt x="278" y="1"/>
                    <a:pt x="194" y="19"/>
                    <a:pt x="129" y="57"/>
                  </a:cubicBezTo>
                  <a:cubicBezTo>
                    <a:pt x="0" y="132"/>
                    <a:pt x="0" y="252"/>
                    <a:pt x="129" y="327"/>
                  </a:cubicBezTo>
                  <a:cubicBezTo>
                    <a:pt x="194" y="364"/>
                    <a:pt x="278" y="382"/>
                    <a:pt x="363" y="382"/>
                  </a:cubicBezTo>
                  <a:cubicBezTo>
                    <a:pt x="448" y="382"/>
                    <a:pt x="532" y="364"/>
                    <a:pt x="597" y="327"/>
                  </a:cubicBezTo>
                  <a:cubicBezTo>
                    <a:pt x="726" y="252"/>
                    <a:pt x="726" y="132"/>
                    <a:pt x="597" y="57"/>
                  </a:cubicBezTo>
                  <a:cubicBezTo>
                    <a:pt x="532"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8" name="Google Shape;4588;p33"/>
            <p:cNvSpPr/>
            <p:nvPr/>
          </p:nvSpPr>
          <p:spPr>
            <a:xfrm>
              <a:off x="1852475" y="3437150"/>
              <a:ext cx="16550" cy="9550"/>
            </a:xfrm>
            <a:custGeom>
              <a:rect b="b" l="l" r="r" t="t"/>
              <a:pathLst>
                <a:path extrusionOk="0" h="382" w="662">
                  <a:moveTo>
                    <a:pt x="331" y="0"/>
                  </a:moveTo>
                  <a:cubicBezTo>
                    <a:pt x="148" y="0"/>
                    <a:pt x="0" y="87"/>
                    <a:pt x="0" y="191"/>
                  </a:cubicBezTo>
                  <a:cubicBezTo>
                    <a:pt x="0" y="296"/>
                    <a:pt x="148" y="382"/>
                    <a:pt x="331" y="382"/>
                  </a:cubicBezTo>
                  <a:cubicBezTo>
                    <a:pt x="514" y="382"/>
                    <a:pt x="661" y="296"/>
                    <a:pt x="661" y="191"/>
                  </a:cubicBezTo>
                  <a:cubicBezTo>
                    <a:pt x="661" y="87"/>
                    <a:pt x="514" y="0"/>
                    <a:pt x="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9" name="Google Shape;4589;p33"/>
            <p:cNvSpPr/>
            <p:nvPr/>
          </p:nvSpPr>
          <p:spPr>
            <a:xfrm>
              <a:off x="1961125" y="3452575"/>
              <a:ext cx="18150" cy="9550"/>
            </a:xfrm>
            <a:custGeom>
              <a:rect b="b" l="l" r="r" t="t"/>
              <a:pathLst>
                <a:path extrusionOk="0" h="382" w="726">
                  <a:moveTo>
                    <a:pt x="362" y="0"/>
                  </a:moveTo>
                  <a:cubicBezTo>
                    <a:pt x="278" y="0"/>
                    <a:pt x="193" y="19"/>
                    <a:pt x="129" y="56"/>
                  </a:cubicBezTo>
                  <a:cubicBezTo>
                    <a:pt x="0" y="131"/>
                    <a:pt x="0" y="252"/>
                    <a:pt x="129" y="326"/>
                  </a:cubicBezTo>
                  <a:cubicBezTo>
                    <a:pt x="193" y="363"/>
                    <a:pt x="278" y="382"/>
                    <a:pt x="362" y="382"/>
                  </a:cubicBezTo>
                  <a:cubicBezTo>
                    <a:pt x="447" y="382"/>
                    <a:pt x="532" y="363"/>
                    <a:pt x="596" y="326"/>
                  </a:cubicBezTo>
                  <a:cubicBezTo>
                    <a:pt x="726" y="252"/>
                    <a:pt x="726" y="131"/>
                    <a:pt x="596" y="56"/>
                  </a:cubicBezTo>
                  <a:cubicBezTo>
                    <a:pt x="532"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0" name="Google Shape;4590;p33"/>
            <p:cNvSpPr/>
            <p:nvPr/>
          </p:nvSpPr>
          <p:spPr>
            <a:xfrm>
              <a:off x="1944150" y="3412625"/>
              <a:ext cx="23650" cy="12475"/>
            </a:xfrm>
            <a:custGeom>
              <a:rect b="b" l="l" r="r" t="t"/>
              <a:pathLst>
                <a:path extrusionOk="0" h="499" w="946">
                  <a:moveTo>
                    <a:pt x="473" y="1"/>
                  </a:moveTo>
                  <a:cubicBezTo>
                    <a:pt x="363" y="1"/>
                    <a:pt x="252" y="25"/>
                    <a:pt x="168" y="73"/>
                  </a:cubicBezTo>
                  <a:cubicBezTo>
                    <a:pt x="0" y="170"/>
                    <a:pt x="0" y="329"/>
                    <a:pt x="168" y="426"/>
                  </a:cubicBezTo>
                  <a:cubicBezTo>
                    <a:pt x="252" y="474"/>
                    <a:pt x="363" y="498"/>
                    <a:pt x="473" y="498"/>
                  </a:cubicBezTo>
                  <a:cubicBezTo>
                    <a:pt x="583" y="498"/>
                    <a:pt x="694" y="474"/>
                    <a:pt x="778" y="426"/>
                  </a:cubicBezTo>
                  <a:cubicBezTo>
                    <a:pt x="946" y="329"/>
                    <a:pt x="946" y="170"/>
                    <a:pt x="778" y="73"/>
                  </a:cubicBezTo>
                  <a:cubicBezTo>
                    <a:pt x="694" y="25"/>
                    <a:pt x="583" y="1"/>
                    <a:pt x="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1" name="Google Shape;4591;p33"/>
            <p:cNvSpPr/>
            <p:nvPr/>
          </p:nvSpPr>
          <p:spPr>
            <a:xfrm>
              <a:off x="1869650" y="3456150"/>
              <a:ext cx="20775" cy="10950"/>
            </a:xfrm>
            <a:custGeom>
              <a:rect b="b" l="l" r="r" t="t"/>
              <a:pathLst>
                <a:path extrusionOk="0" h="438" w="831">
                  <a:moveTo>
                    <a:pt x="416" y="1"/>
                  </a:moveTo>
                  <a:cubicBezTo>
                    <a:pt x="319" y="1"/>
                    <a:pt x="222" y="22"/>
                    <a:pt x="148" y="65"/>
                  </a:cubicBezTo>
                  <a:cubicBezTo>
                    <a:pt x="1" y="150"/>
                    <a:pt x="1" y="288"/>
                    <a:pt x="148" y="374"/>
                  </a:cubicBezTo>
                  <a:cubicBezTo>
                    <a:pt x="222" y="416"/>
                    <a:pt x="319" y="438"/>
                    <a:pt x="416" y="438"/>
                  </a:cubicBezTo>
                  <a:cubicBezTo>
                    <a:pt x="512" y="438"/>
                    <a:pt x="609" y="416"/>
                    <a:pt x="683" y="374"/>
                  </a:cubicBezTo>
                  <a:cubicBezTo>
                    <a:pt x="830" y="288"/>
                    <a:pt x="830" y="150"/>
                    <a:pt x="683" y="65"/>
                  </a:cubicBezTo>
                  <a:cubicBezTo>
                    <a:pt x="609" y="22"/>
                    <a:pt x="512"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2" name="Google Shape;4592;p33"/>
            <p:cNvSpPr/>
            <p:nvPr/>
          </p:nvSpPr>
          <p:spPr>
            <a:xfrm>
              <a:off x="1831850" y="3457950"/>
              <a:ext cx="20950" cy="12075"/>
            </a:xfrm>
            <a:custGeom>
              <a:rect b="b" l="l" r="r" t="t"/>
              <a:pathLst>
                <a:path extrusionOk="0" h="483" w="838">
                  <a:moveTo>
                    <a:pt x="419" y="0"/>
                  </a:moveTo>
                  <a:cubicBezTo>
                    <a:pt x="188" y="0"/>
                    <a:pt x="1" y="108"/>
                    <a:pt x="1" y="241"/>
                  </a:cubicBezTo>
                  <a:cubicBezTo>
                    <a:pt x="1" y="375"/>
                    <a:pt x="188" y="483"/>
                    <a:pt x="419" y="483"/>
                  </a:cubicBezTo>
                  <a:cubicBezTo>
                    <a:pt x="650" y="483"/>
                    <a:pt x="838" y="375"/>
                    <a:pt x="838" y="241"/>
                  </a:cubicBezTo>
                  <a:cubicBezTo>
                    <a:pt x="838" y="108"/>
                    <a:pt x="650" y="0"/>
                    <a:pt x="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3" name="Google Shape;4593;p33"/>
            <p:cNvSpPr/>
            <p:nvPr/>
          </p:nvSpPr>
          <p:spPr>
            <a:xfrm>
              <a:off x="1862575" y="3480925"/>
              <a:ext cx="11025" cy="5825"/>
            </a:xfrm>
            <a:custGeom>
              <a:rect b="b" l="l" r="r" t="t"/>
              <a:pathLst>
                <a:path extrusionOk="0" h="233" w="441">
                  <a:moveTo>
                    <a:pt x="220" y="0"/>
                  </a:moveTo>
                  <a:cubicBezTo>
                    <a:pt x="169" y="0"/>
                    <a:pt x="118" y="11"/>
                    <a:pt x="78" y="34"/>
                  </a:cubicBezTo>
                  <a:cubicBezTo>
                    <a:pt x="0" y="79"/>
                    <a:pt x="0" y="153"/>
                    <a:pt x="78" y="199"/>
                  </a:cubicBezTo>
                  <a:cubicBezTo>
                    <a:pt x="117" y="221"/>
                    <a:pt x="168" y="233"/>
                    <a:pt x="220" y="233"/>
                  </a:cubicBezTo>
                  <a:cubicBezTo>
                    <a:pt x="271" y="233"/>
                    <a:pt x="323" y="221"/>
                    <a:pt x="362" y="199"/>
                  </a:cubicBezTo>
                  <a:cubicBezTo>
                    <a:pt x="441" y="153"/>
                    <a:pt x="441" y="79"/>
                    <a:pt x="362" y="34"/>
                  </a:cubicBezTo>
                  <a:cubicBezTo>
                    <a:pt x="323" y="11"/>
                    <a:pt x="272"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4" name="Google Shape;4594;p33"/>
            <p:cNvSpPr/>
            <p:nvPr/>
          </p:nvSpPr>
          <p:spPr>
            <a:xfrm>
              <a:off x="1886950" y="3490450"/>
              <a:ext cx="27125" cy="14275"/>
            </a:xfrm>
            <a:custGeom>
              <a:rect b="b" l="l" r="r" t="t"/>
              <a:pathLst>
                <a:path extrusionOk="0" h="571"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33"/>
            <p:cNvSpPr/>
            <p:nvPr/>
          </p:nvSpPr>
          <p:spPr>
            <a:xfrm>
              <a:off x="1907375" y="3412400"/>
              <a:ext cx="15450" cy="8925"/>
            </a:xfrm>
            <a:custGeom>
              <a:rect b="b" l="l" r="r" t="t"/>
              <a:pathLst>
                <a:path extrusionOk="0" h="357" w="618">
                  <a:moveTo>
                    <a:pt x="308" y="0"/>
                  </a:moveTo>
                  <a:cubicBezTo>
                    <a:pt x="139" y="0"/>
                    <a:pt x="0" y="80"/>
                    <a:pt x="0" y="178"/>
                  </a:cubicBezTo>
                  <a:cubicBezTo>
                    <a:pt x="0" y="276"/>
                    <a:pt x="139" y="357"/>
                    <a:pt x="308" y="357"/>
                  </a:cubicBezTo>
                  <a:cubicBezTo>
                    <a:pt x="479" y="357"/>
                    <a:pt x="617" y="276"/>
                    <a:pt x="617" y="178"/>
                  </a:cubicBezTo>
                  <a:cubicBezTo>
                    <a:pt x="617" y="80"/>
                    <a:pt x="479" y="0"/>
                    <a:pt x="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33"/>
            <p:cNvSpPr/>
            <p:nvPr/>
          </p:nvSpPr>
          <p:spPr>
            <a:xfrm>
              <a:off x="1947300" y="3435450"/>
              <a:ext cx="15475" cy="8950"/>
            </a:xfrm>
            <a:custGeom>
              <a:rect b="b" l="l" r="r" t="t"/>
              <a:pathLst>
                <a:path extrusionOk="0" h="358" w="619">
                  <a:moveTo>
                    <a:pt x="310" y="1"/>
                  </a:moveTo>
                  <a:cubicBezTo>
                    <a:pt x="140" y="1"/>
                    <a:pt x="1" y="81"/>
                    <a:pt x="1" y="179"/>
                  </a:cubicBezTo>
                  <a:cubicBezTo>
                    <a:pt x="1" y="277"/>
                    <a:pt x="140" y="357"/>
                    <a:pt x="310" y="357"/>
                  </a:cubicBezTo>
                  <a:cubicBezTo>
                    <a:pt x="480" y="357"/>
                    <a:pt x="619" y="277"/>
                    <a:pt x="619" y="179"/>
                  </a:cubicBezTo>
                  <a:cubicBezTo>
                    <a:pt x="619" y="81"/>
                    <a:pt x="480" y="1"/>
                    <a:pt x="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33"/>
            <p:cNvSpPr/>
            <p:nvPr/>
          </p:nvSpPr>
          <p:spPr>
            <a:xfrm>
              <a:off x="1981350" y="3467875"/>
              <a:ext cx="26275" cy="15175"/>
            </a:xfrm>
            <a:custGeom>
              <a:rect b="b" l="l" r="r" t="t"/>
              <a:pathLst>
                <a:path extrusionOk="0" h="607" w="1051">
                  <a:moveTo>
                    <a:pt x="526" y="1"/>
                  </a:moveTo>
                  <a:cubicBezTo>
                    <a:pt x="236" y="1"/>
                    <a:pt x="1" y="137"/>
                    <a:pt x="1" y="303"/>
                  </a:cubicBezTo>
                  <a:cubicBezTo>
                    <a:pt x="1" y="471"/>
                    <a:pt x="236" y="607"/>
                    <a:pt x="526" y="607"/>
                  </a:cubicBezTo>
                  <a:cubicBezTo>
                    <a:pt x="816" y="607"/>
                    <a:pt x="1051" y="471"/>
                    <a:pt x="1051" y="303"/>
                  </a:cubicBezTo>
                  <a:cubicBezTo>
                    <a:pt x="1051" y="137"/>
                    <a:pt x="816" y="1"/>
                    <a:pt x="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8" name="Google Shape;4598;p33"/>
            <p:cNvSpPr/>
            <p:nvPr/>
          </p:nvSpPr>
          <p:spPr>
            <a:xfrm>
              <a:off x="1992975" y="3410325"/>
              <a:ext cx="22825" cy="12025"/>
            </a:xfrm>
            <a:custGeom>
              <a:rect b="b" l="l" r="r" t="t"/>
              <a:pathLst>
                <a:path extrusionOk="0" h="481" w="913">
                  <a:moveTo>
                    <a:pt x="457" y="0"/>
                  </a:moveTo>
                  <a:cubicBezTo>
                    <a:pt x="351" y="0"/>
                    <a:pt x="244" y="24"/>
                    <a:pt x="163" y="71"/>
                  </a:cubicBezTo>
                  <a:cubicBezTo>
                    <a:pt x="1" y="164"/>
                    <a:pt x="1" y="316"/>
                    <a:pt x="163" y="410"/>
                  </a:cubicBezTo>
                  <a:cubicBezTo>
                    <a:pt x="244" y="457"/>
                    <a:pt x="351" y="480"/>
                    <a:pt x="457" y="480"/>
                  </a:cubicBezTo>
                  <a:cubicBezTo>
                    <a:pt x="563" y="480"/>
                    <a:pt x="669" y="457"/>
                    <a:pt x="750" y="410"/>
                  </a:cubicBezTo>
                  <a:cubicBezTo>
                    <a:pt x="913" y="316"/>
                    <a:pt x="913" y="164"/>
                    <a:pt x="750" y="71"/>
                  </a:cubicBezTo>
                  <a:cubicBezTo>
                    <a:pt x="669" y="24"/>
                    <a:pt x="563"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33"/>
            <p:cNvSpPr/>
            <p:nvPr/>
          </p:nvSpPr>
          <p:spPr>
            <a:xfrm>
              <a:off x="2024075" y="3443350"/>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6" y="379"/>
                    <a:pt x="623" y="340"/>
                  </a:cubicBezTo>
                  <a:cubicBezTo>
                    <a:pt x="758" y="262"/>
                    <a:pt x="758" y="137"/>
                    <a:pt x="623" y="59"/>
                  </a:cubicBezTo>
                  <a:cubicBezTo>
                    <a:pt x="556"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33"/>
            <p:cNvSpPr/>
            <p:nvPr/>
          </p:nvSpPr>
          <p:spPr>
            <a:xfrm>
              <a:off x="2096475" y="3456400"/>
              <a:ext cx="27950" cy="14700"/>
            </a:xfrm>
            <a:custGeom>
              <a:rect b="b" l="l" r="r" t="t"/>
              <a:pathLst>
                <a:path extrusionOk="0" h="588" w="1118">
                  <a:moveTo>
                    <a:pt x="559" y="0"/>
                  </a:moveTo>
                  <a:cubicBezTo>
                    <a:pt x="428" y="0"/>
                    <a:pt x="298" y="29"/>
                    <a:pt x="198" y="86"/>
                  </a:cubicBezTo>
                  <a:cubicBezTo>
                    <a:pt x="0" y="201"/>
                    <a:pt x="0" y="387"/>
                    <a:pt x="198" y="502"/>
                  </a:cubicBezTo>
                  <a:cubicBezTo>
                    <a:pt x="298" y="559"/>
                    <a:pt x="428" y="588"/>
                    <a:pt x="559" y="588"/>
                  </a:cubicBezTo>
                  <a:cubicBezTo>
                    <a:pt x="689" y="588"/>
                    <a:pt x="819" y="559"/>
                    <a:pt x="918" y="502"/>
                  </a:cubicBezTo>
                  <a:cubicBezTo>
                    <a:pt x="1118" y="387"/>
                    <a:pt x="1118" y="201"/>
                    <a:pt x="918" y="86"/>
                  </a:cubicBezTo>
                  <a:cubicBezTo>
                    <a:pt x="819" y="29"/>
                    <a:pt x="689" y="0"/>
                    <a:pt x="5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33"/>
            <p:cNvSpPr/>
            <p:nvPr/>
          </p:nvSpPr>
          <p:spPr>
            <a:xfrm>
              <a:off x="2063750" y="3440625"/>
              <a:ext cx="15575" cy="8225"/>
            </a:xfrm>
            <a:custGeom>
              <a:rect b="b" l="l" r="r" t="t"/>
              <a:pathLst>
                <a:path extrusionOk="0" h="329" w="623">
                  <a:moveTo>
                    <a:pt x="312" y="1"/>
                  </a:moveTo>
                  <a:cubicBezTo>
                    <a:pt x="239" y="1"/>
                    <a:pt x="167" y="17"/>
                    <a:pt x="111" y="49"/>
                  </a:cubicBezTo>
                  <a:cubicBezTo>
                    <a:pt x="1" y="113"/>
                    <a:pt x="1" y="216"/>
                    <a:pt x="111" y="281"/>
                  </a:cubicBezTo>
                  <a:cubicBezTo>
                    <a:pt x="167" y="312"/>
                    <a:pt x="239" y="328"/>
                    <a:pt x="312" y="328"/>
                  </a:cubicBezTo>
                  <a:cubicBezTo>
                    <a:pt x="384" y="328"/>
                    <a:pt x="457" y="312"/>
                    <a:pt x="512" y="281"/>
                  </a:cubicBezTo>
                  <a:cubicBezTo>
                    <a:pt x="623" y="216"/>
                    <a:pt x="623" y="113"/>
                    <a:pt x="512" y="49"/>
                  </a:cubicBezTo>
                  <a:cubicBezTo>
                    <a:pt x="457" y="17"/>
                    <a:pt x="385" y="1"/>
                    <a:pt x="3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33"/>
            <p:cNvSpPr/>
            <p:nvPr/>
          </p:nvSpPr>
          <p:spPr>
            <a:xfrm>
              <a:off x="2111575" y="3481725"/>
              <a:ext cx="28325" cy="14950"/>
            </a:xfrm>
            <a:custGeom>
              <a:rect b="b" l="l" r="r" t="t"/>
              <a:pathLst>
                <a:path extrusionOk="0" h="598" w="1133">
                  <a:moveTo>
                    <a:pt x="566" y="1"/>
                  </a:moveTo>
                  <a:cubicBezTo>
                    <a:pt x="434" y="1"/>
                    <a:pt x="302" y="30"/>
                    <a:pt x="202" y="89"/>
                  </a:cubicBezTo>
                  <a:cubicBezTo>
                    <a:pt x="0" y="205"/>
                    <a:pt x="0" y="393"/>
                    <a:pt x="202" y="509"/>
                  </a:cubicBezTo>
                  <a:cubicBezTo>
                    <a:pt x="302" y="568"/>
                    <a:pt x="434" y="597"/>
                    <a:pt x="566" y="597"/>
                  </a:cubicBezTo>
                  <a:cubicBezTo>
                    <a:pt x="698" y="597"/>
                    <a:pt x="831" y="568"/>
                    <a:pt x="931" y="509"/>
                  </a:cubicBezTo>
                  <a:cubicBezTo>
                    <a:pt x="1133" y="393"/>
                    <a:pt x="1133" y="205"/>
                    <a:pt x="931" y="89"/>
                  </a:cubicBezTo>
                  <a:cubicBezTo>
                    <a:pt x="831" y="30"/>
                    <a:pt x="698"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3" name="Google Shape;4603;p33"/>
            <p:cNvSpPr/>
            <p:nvPr/>
          </p:nvSpPr>
          <p:spPr>
            <a:xfrm>
              <a:off x="2135475" y="3510625"/>
              <a:ext cx="19575" cy="10300"/>
            </a:xfrm>
            <a:custGeom>
              <a:rect b="b" l="l" r="r" t="t"/>
              <a:pathLst>
                <a:path extrusionOk="0" h="412" w="783">
                  <a:moveTo>
                    <a:pt x="392" y="1"/>
                  </a:moveTo>
                  <a:cubicBezTo>
                    <a:pt x="300" y="1"/>
                    <a:pt x="209" y="21"/>
                    <a:pt x="140" y="61"/>
                  </a:cubicBezTo>
                  <a:cubicBezTo>
                    <a:pt x="0" y="141"/>
                    <a:pt x="0" y="272"/>
                    <a:pt x="140" y="352"/>
                  </a:cubicBezTo>
                  <a:cubicBezTo>
                    <a:pt x="209" y="392"/>
                    <a:pt x="300"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4" name="Google Shape;4604;p33"/>
            <p:cNvSpPr/>
            <p:nvPr/>
          </p:nvSpPr>
          <p:spPr>
            <a:xfrm>
              <a:off x="2176875" y="3456850"/>
              <a:ext cx="16550" cy="9575"/>
            </a:xfrm>
            <a:custGeom>
              <a:rect b="b" l="l" r="r" t="t"/>
              <a:pathLst>
                <a:path extrusionOk="0" h="383" w="662">
                  <a:moveTo>
                    <a:pt x="332" y="1"/>
                  </a:moveTo>
                  <a:cubicBezTo>
                    <a:pt x="148" y="1"/>
                    <a:pt x="1" y="86"/>
                    <a:pt x="1" y="192"/>
                  </a:cubicBezTo>
                  <a:cubicBezTo>
                    <a:pt x="1" y="297"/>
                    <a:pt x="148" y="382"/>
                    <a:pt x="332" y="382"/>
                  </a:cubicBezTo>
                  <a:cubicBezTo>
                    <a:pt x="514" y="382"/>
                    <a:pt x="662" y="297"/>
                    <a:pt x="662" y="192"/>
                  </a:cubicBezTo>
                  <a:cubicBezTo>
                    <a:pt x="662" y="86"/>
                    <a:pt x="514" y="1"/>
                    <a:pt x="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5" name="Google Shape;4605;p33"/>
            <p:cNvSpPr/>
            <p:nvPr/>
          </p:nvSpPr>
          <p:spPr>
            <a:xfrm>
              <a:off x="2048950" y="3458850"/>
              <a:ext cx="16550" cy="9575"/>
            </a:xfrm>
            <a:custGeom>
              <a:rect b="b" l="l" r="r" t="t"/>
              <a:pathLst>
                <a:path extrusionOk="0" h="383" w="662">
                  <a:moveTo>
                    <a:pt x="330" y="1"/>
                  </a:moveTo>
                  <a:cubicBezTo>
                    <a:pt x="148" y="1"/>
                    <a:pt x="0" y="86"/>
                    <a:pt x="0" y="192"/>
                  </a:cubicBezTo>
                  <a:cubicBezTo>
                    <a:pt x="0" y="297"/>
                    <a:pt x="148" y="383"/>
                    <a:pt x="330" y="383"/>
                  </a:cubicBezTo>
                  <a:cubicBezTo>
                    <a:pt x="514" y="383"/>
                    <a:pt x="661" y="297"/>
                    <a:pt x="661" y="192"/>
                  </a:cubicBezTo>
                  <a:cubicBezTo>
                    <a:pt x="661" y="86"/>
                    <a:pt x="514" y="1"/>
                    <a:pt x="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6" name="Google Shape;4606;p33"/>
            <p:cNvSpPr/>
            <p:nvPr/>
          </p:nvSpPr>
          <p:spPr>
            <a:xfrm>
              <a:off x="2157600" y="3474300"/>
              <a:ext cx="18150" cy="9550"/>
            </a:xfrm>
            <a:custGeom>
              <a:rect b="b" l="l" r="r" t="t"/>
              <a:pathLst>
                <a:path extrusionOk="0" h="382" w="726">
                  <a:moveTo>
                    <a:pt x="362" y="0"/>
                  </a:moveTo>
                  <a:cubicBezTo>
                    <a:pt x="278" y="0"/>
                    <a:pt x="193" y="19"/>
                    <a:pt x="129" y="56"/>
                  </a:cubicBezTo>
                  <a:cubicBezTo>
                    <a:pt x="0" y="130"/>
                    <a:pt x="0" y="252"/>
                    <a:pt x="129" y="325"/>
                  </a:cubicBezTo>
                  <a:cubicBezTo>
                    <a:pt x="193" y="363"/>
                    <a:pt x="278" y="382"/>
                    <a:pt x="362" y="382"/>
                  </a:cubicBezTo>
                  <a:cubicBezTo>
                    <a:pt x="447" y="382"/>
                    <a:pt x="531" y="363"/>
                    <a:pt x="596" y="325"/>
                  </a:cubicBezTo>
                  <a:cubicBezTo>
                    <a:pt x="725" y="252"/>
                    <a:pt x="725" y="130"/>
                    <a:pt x="596" y="56"/>
                  </a:cubicBezTo>
                  <a:cubicBezTo>
                    <a:pt x="531" y="19"/>
                    <a:pt x="447" y="0"/>
                    <a:pt x="3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7" name="Google Shape;4607;p33"/>
            <p:cNvSpPr/>
            <p:nvPr/>
          </p:nvSpPr>
          <p:spPr>
            <a:xfrm>
              <a:off x="2140625" y="3434350"/>
              <a:ext cx="23650" cy="12475"/>
            </a:xfrm>
            <a:custGeom>
              <a:rect b="b" l="l" r="r" t="t"/>
              <a:pathLst>
                <a:path extrusionOk="0" h="499" w="946">
                  <a:moveTo>
                    <a:pt x="473" y="0"/>
                  </a:moveTo>
                  <a:cubicBezTo>
                    <a:pt x="363" y="0"/>
                    <a:pt x="252" y="25"/>
                    <a:pt x="168" y="73"/>
                  </a:cubicBezTo>
                  <a:cubicBezTo>
                    <a:pt x="0" y="170"/>
                    <a:pt x="0" y="328"/>
                    <a:pt x="168" y="425"/>
                  </a:cubicBezTo>
                  <a:cubicBezTo>
                    <a:pt x="252" y="474"/>
                    <a:pt x="363" y="498"/>
                    <a:pt x="473" y="498"/>
                  </a:cubicBezTo>
                  <a:cubicBezTo>
                    <a:pt x="583" y="498"/>
                    <a:pt x="694" y="474"/>
                    <a:pt x="778" y="425"/>
                  </a:cubicBezTo>
                  <a:cubicBezTo>
                    <a:pt x="946" y="328"/>
                    <a:pt x="946" y="170"/>
                    <a:pt x="778" y="73"/>
                  </a:cubicBezTo>
                  <a:cubicBezTo>
                    <a:pt x="694" y="25"/>
                    <a:pt x="583" y="0"/>
                    <a:pt x="4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8" name="Google Shape;4608;p33"/>
            <p:cNvSpPr/>
            <p:nvPr/>
          </p:nvSpPr>
          <p:spPr>
            <a:xfrm>
              <a:off x="2066125" y="3477875"/>
              <a:ext cx="20775" cy="10950"/>
            </a:xfrm>
            <a:custGeom>
              <a:rect b="b" l="l" r="r" t="t"/>
              <a:pathLst>
                <a:path extrusionOk="0" h="438" w="831">
                  <a:moveTo>
                    <a:pt x="415" y="0"/>
                  </a:moveTo>
                  <a:cubicBezTo>
                    <a:pt x="319" y="0"/>
                    <a:pt x="222" y="22"/>
                    <a:pt x="148" y="64"/>
                  </a:cubicBezTo>
                  <a:cubicBezTo>
                    <a:pt x="1" y="150"/>
                    <a:pt x="1" y="288"/>
                    <a:pt x="148" y="373"/>
                  </a:cubicBezTo>
                  <a:cubicBezTo>
                    <a:pt x="222" y="416"/>
                    <a:pt x="319" y="437"/>
                    <a:pt x="415" y="437"/>
                  </a:cubicBezTo>
                  <a:cubicBezTo>
                    <a:pt x="512" y="437"/>
                    <a:pt x="609" y="416"/>
                    <a:pt x="683" y="373"/>
                  </a:cubicBezTo>
                  <a:cubicBezTo>
                    <a:pt x="830" y="288"/>
                    <a:pt x="830" y="150"/>
                    <a:pt x="683" y="64"/>
                  </a:cubicBezTo>
                  <a:cubicBezTo>
                    <a:pt x="609" y="22"/>
                    <a:pt x="512" y="0"/>
                    <a:pt x="4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9" name="Google Shape;4609;p33"/>
            <p:cNvSpPr/>
            <p:nvPr/>
          </p:nvSpPr>
          <p:spPr>
            <a:xfrm>
              <a:off x="2027300" y="3479675"/>
              <a:ext cx="23000" cy="12100"/>
            </a:xfrm>
            <a:custGeom>
              <a:rect b="b" l="l" r="r" t="t"/>
              <a:pathLst>
                <a:path extrusionOk="0" h="484" w="920">
                  <a:moveTo>
                    <a:pt x="460" y="0"/>
                  </a:moveTo>
                  <a:cubicBezTo>
                    <a:pt x="353" y="0"/>
                    <a:pt x="246" y="24"/>
                    <a:pt x="164" y="70"/>
                  </a:cubicBezTo>
                  <a:cubicBezTo>
                    <a:pt x="1" y="165"/>
                    <a:pt x="1" y="318"/>
                    <a:pt x="164" y="412"/>
                  </a:cubicBezTo>
                  <a:cubicBezTo>
                    <a:pt x="246" y="459"/>
                    <a:pt x="353" y="483"/>
                    <a:pt x="460" y="483"/>
                  </a:cubicBezTo>
                  <a:cubicBezTo>
                    <a:pt x="568" y="483"/>
                    <a:pt x="675" y="459"/>
                    <a:pt x="757" y="412"/>
                  </a:cubicBezTo>
                  <a:cubicBezTo>
                    <a:pt x="920" y="318"/>
                    <a:pt x="920" y="165"/>
                    <a:pt x="757" y="70"/>
                  </a:cubicBezTo>
                  <a:cubicBezTo>
                    <a:pt x="674" y="24"/>
                    <a:pt x="567" y="0"/>
                    <a:pt x="4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33"/>
            <p:cNvSpPr/>
            <p:nvPr/>
          </p:nvSpPr>
          <p:spPr>
            <a:xfrm>
              <a:off x="2059025" y="3502625"/>
              <a:ext cx="11050" cy="5850"/>
            </a:xfrm>
            <a:custGeom>
              <a:rect b="b" l="l" r="r" t="t"/>
              <a:pathLst>
                <a:path extrusionOk="0" h="234" w="442">
                  <a:moveTo>
                    <a:pt x="221" y="1"/>
                  </a:moveTo>
                  <a:cubicBezTo>
                    <a:pt x="169" y="1"/>
                    <a:pt x="118" y="12"/>
                    <a:pt x="79" y="35"/>
                  </a:cubicBezTo>
                  <a:cubicBezTo>
                    <a:pt x="1" y="80"/>
                    <a:pt x="1" y="154"/>
                    <a:pt x="79" y="199"/>
                  </a:cubicBezTo>
                  <a:cubicBezTo>
                    <a:pt x="118" y="222"/>
                    <a:pt x="169" y="233"/>
                    <a:pt x="221" y="233"/>
                  </a:cubicBezTo>
                  <a:cubicBezTo>
                    <a:pt x="272" y="233"/>
                    <a:pt x="324" y="222"/>
                    <a:pt x="363" y="199"/>
                  </a:cubicBezTo>
                  <a:cubicBezTo>
                    <a:pt x="442" y="154"/>
                    <a:pt x="442" y="80"/>
                    <a:pt x="363" y="35"/>
                  </a:cubicBezTo>
                  <a:cubicBezTo>
                    <a:pt x="324" y="12"/>
                    <a:pt x="272" y="1"/>
                    <a:pt x="2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1" name="Google Shape;4611;p33"/>
            <p:cNvSpPr/>
            <p:nvPr/>
          </p:nvSpPr>
          <p:spPr>
            <a:xfrm>
              <a:off x="2083425" y="3512175"/>
              <a:ext cx="27125" cy="14250"/>
            </a:xfrm>
            <a:custGeom>
              <a:rect b="b" l="l" r="r" t="t"/>
              <a:pathLst>
                <a:path extrusionOk="0" h="570" w="1085">
                  <a:moveTo>
                    <a:pt x="542" y="0"/>
                  </a:moveTo>
                  <a:cubicBezTo>
                    <a:pt x="416" y="0"/>
                    <a:pt x="290" y="28"/>
                    <a:pt x="193" y="83"/>
                  </a:cubicBezTo>
                  <a:cubicBezTo>
                    <a:pt x="0" y="195"/>
                    <a:pt x="0" y="375"/>
                    <a:pt x="193" y="487"/>
                  </a:cubicBezTo>
                  <a:cubicBezTo>
                    <a:pt x="290" y="542"/>
                    <a:pt x="416" y="570"/>
                    <a:pt x="542" y="570"/>
                  </a:cubicBezTo>
                  <a:cubicBezTo>
                    <a:pt x="668" y="570"/>
                    <a:pt x="795" y="542"/>
                    <a:pt x="891" y="487"/>
                  </a:cubicBezTo>
                  <a:cubicBezTo>
                    <a:pt x="1084" y="375"/>
                    <a:pt x="1084" y="195"/>
                    <a:pt x="891" y="83"/>
                  </a:cubicBezTo>
                  <a:cubicBezTo>
                    <a:pt x="795" y="28"/>
                    <a:pt x="668"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2" name="Google Shape;4612;p33"/>
            <p:cNvSpPr/>
            <p:nvPr/>
          </p:nvSpPr>
          <p:spPr>
            <a:xfrm>
              <a:off x="2103850" y="3434100"/>
              <a:ext cx="15450" cy="8950"/>
            </a:xfrm>
            <a:custGeom>
              <a:rect b="b" l="l" r="r" t="t"/>
              <a:pathLst>
                <a:path extrusionOk="0" h="358" w="618">
                  <a:moveTo>
                    <a:pt x="308" y="1"/>
                  </a:moveTo>
                  <a:cubicBezTo>
                    <a:pt x="138" y="1"/>
                    <a:pt x="0" y="81"/>
                    <a:pt x="0" y="179"/>
                  </a:cubicBezTo>
                  <a:cubicBezTo>
                    <a:pt x="0" y="277"/>
                    <a:pt x="138" y="357"/>
                    <a:pt x="308" y="357"/>
                  </a:cubicBezTo>
                  <a:cubicBezTo>
                    <a:pt x="479" y="357"/>
                    <a:pt x="617" y="277"/>
                    <a:pt x="617" y="179"/>
                  </a:cubicBezTo>
                  <a:cubicBezTo>
                    <a:pt x="617" y="81"/>
                    <a:pt x="479" y="1"/>
                    <a:pt x="3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3" name="Google Shape;4613;p33"/>
            <p:cNvSpPr/>
            <p:nvPr/>
          </p:nvSpPr>
          <p:spPr>
            <a:xfrm>
              <a:off x="2143050" y="3457175"/>
              <a:ext cx="16925" cy="8950"/>
            </a:xfrm>
            <a:custGeom>
              <a:rect b="b" l="l" r="r" t="t"/>
              <a:pathLst>
                <a:path extrusionOk="0" h="358" w="677">
                  <a:moveTo>
                    <a:pt x="339" y="1"/>
                  </a:moveTo>
                  <a:cubicBezTo>
                    <a:pt x="259" y="1"/>
                    <a:pt x="180" y="18"/>
                    <a:pt x="120" y="53"/>
                  </a:cubicBezTo>
                  <a:cubicBezTo>
                    <a:pt x="0" y="123"/>
                    <a:pt x="0" y="236"/>
                    <a:pt x="120" y="305"/>
                  </a:cubicBezTo>
                  <a:cubicBezTo>
                    <a:pt x="180" y="340"/>
                    <a:pt x="259" y="357"/>
                    <a:pt x="339" y="357"/>
                  </a:cubicBezTo>
                  <a:cubicBezTo>
                    <a:pt x="418" y="357"/>
                    <a:pt x="497" y="340"/>
                    <a:pt x="557" y="305"/>
                  </a:cubicBezTo>
                  <a:cubicBezTo>
                    <a:pt x="677" y="236"/>
                    <a:pt x="677" y="123"/>
                    <a:pt x="557" y="53"/>
                  </a:cubicBezTo>
                  <a:cubicBezTo>
                    <a:pt x="497" y="18"/>
                    <a:pt x="418" y="1"/>
                    <a:pt x="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4" name="Google Shape;4614;p33"/>
            <p:cNvSpPr/>
            <p:nvPr/>
          </p:nvSpPr>
          <p:spPr>
            <a:xfrm>
              <a:off x="2176575" y="3489600"/>
              <a:ext cx="28825" cy="15175"/>
            </a:xfrm>
            <a:custGeom>
              <a:rect b="b" l="l" r="r" t="t"/>
              <a:pathLst>
                <a:path extrusionOk="0" h="607" w="1153">
                  <a:moveTo>
                    <a:pt x="576" y="0"/>
                  </a:moveTo>
                  <a:cubicBezTo>
                    <a:pt x="442" y="0"/>
                    <a:pt x="308" y="30"/>
                    <a:pt x="205" y="89"/>
                  </a:cubicBezTo>
                  <a:cubicBezTo>
                    <a:pt x="0" y="208"/>
                    <a:pt x="0" y="400"/>
                    <a:pt x="205" y="518"/>
                  </a:cubicBezTo>
                  <a:cubicBezTo>
                    <a:pt x="308" y="577"/>
                    <a:pt x="442" y="607"/>
                    <a:pt x="576" y="607"/>
                  </a:cubicBezTo>
                  <a:cubicBezTo>
                    <a:pt x="711" y="607"/>
                    <a:pt x="845" y="577"/>
                    <a:pt x="948" y="518"/>
                  </a:cubicBezTo>
                  <a:cubicBezTo>
                    <a:pt x="1153" y="400"/>
                    <a:pt x="1153" y="208"/>
                    <a:pt x="948" y="89"/>
                  </a:cubicBezTo>
                  <a:cubicBezTo>
                    <a:pt x="845" y="30"/>
                    <a:pt x="711" y="0"/>
                    <a:pt x="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5" name="Google Shape;4615;p33"/>
            <p:cNvSpPr/>
            <p:nvPr/>
          </p:nvSpPr>
          <p:spPr>
            <a:xfrm>
              <a:off x="2189450" y="3432025"/>
              <a:ext cx="22825" cy="12050"/>
            </a:xfrm>
            <a:custGeom>
              <a:rect b="b" l="l" r="r" t="t"/>
              <a:pathLst>
                <a:path extrusionOk="0" h="482" w="913">
                  <a:moveTo>
                    <a:pt x="457" y="1"/>
                  </a:moveTo>
                  <a:cubicBezTo>
                    <a:pt x="351" y="1"/>
                    <a:pt x="244" y="24"/>
                    <a:pt x="163" y="71"/>
                  </a:cubicBezTo>
                  <a:cubicBezTo>
                    <a:pt x="1" y="165"/>
                    <a:pt x="1" y="317"/>
                    <a:pt x="163" y="411"/>
                  </a:cubicBezTo>
                  <a:cubicBezTo>
                    <a:pt x="244" y="458"/>
                    <a:pt x="351" y="481"/>
                    <a:pt x="457" y="481"/>
                  </a:cubicBezTo>
                  <a:cubicBezTo>
                    <a:pt x="563" y="481"/>
                    <a:pt x="669" y="458"/>
                    <a:pt x="750" y="411"/>
                  </a:cubicBezTo>
                  <a:cubicBezTo>
                    <a:pt x="913" y="317"/>
                    <a:pt x="913" y="165"/>
                    <a:pt x="750" y="71"/>
                  </a:cubicBezTo>
                  <a:cubicBezTo>
                    <a:pt x="669" y="24"/>
                    <a:pt x="563"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6" name="Google Shape;4616;p33"/>
            <p:cNvSpPr/>
            <p:nvPr/>
          </p:nvSpPr>
          <p:spPr>
            <a:xfrm>
              <a:off x="2220550" y="3465075"/>
              <a:ext cx="18950" cy="9975"/>
            </a:xfrm>
            <a:custGeom>
              <a:rect b="b" l="l" r="r" t="t"/>
              <a:pathLst>
                <a:path extrusionOk="0" h="399" w="758">
                  <a:moveTo>
                    <a:pt x="379" y="0"/>
                  </a:moveTo>
                  <a:cubicBezTo>
                    <a:pt x="291" y="0"/>
                    <a:pt x="202" y="20"/>
                    <a:pt x="135" y="59"/>
                  </a:cubicBezTo>
                  <a:cubicBezTo>
                    <a:pt x="1" y="137"/>
                    <a:pt x="1" y="262"/>
                    <a:pt x="135" y="340"/>
                  </a:cubicBezTo>
                  <a:cubicBezTo>
                    <a:pt x="202" y="379"/>
                    <a:pt x="291" y="399"/>
                    <a:pt x="379" y="399"/>
                  </a:cubicBezTo>
                  <a:cubicBezTo>
                    <a:pt x="467" y="399"/>
                    <a:pt x="555" y="379"/>
                    <a:pt x="623" y="340"/>
                  </a:cubicBezTo>
                  <a:cubicBezTo>
                    <a:pt x="758" y="262"/>
                    <a:pt x="758" y="137"/>
                    <a:pt x="623" y="59"/>
                  </a:cubicBezTo>
                  <a:cubicBezTo>
                    <a:pt x="555" y="20"/>
                    <a:pt x="467"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7" name="Google Shape;4617;p33"/>
            <p:cNvSpPr/>
            <p:nvPr/>
          </p:nvSpPr>
          <p:spPr>
            <a:xfrm>
              <a:off x="2264875" y="3385225"/>
              <a:ext cx="27950" cy="14725"/>
            </a:xfrm>
            <a:custGeom>
              <a:rect b="b" l="l" r="r" t="t"/>
              <a:pathLst>
                <a:path extrusionOk="0" h="589" w="1118">
                  <a:moveTo>
                    <a:pt x="560" y="0"/>
                  </a:moveTo>
                  <a:cubicBezTo>
                    <a:pt x="430" y="0"/>
                    <a:pt x="299" y="29"/>
                    <a:pt x="199" y="87"/>
                  </a:cubicBezTo>
                  <a:cubicBezTo>
                    <a:pt x="0" y="202"/>
                    <a:pt x="0" y="387"/>
                    <a:pt x="199" y="502"/>
                  </a:cubicBezTo>
                  <a:cubicBezTo>
                    <a:pt x="299" y="559"/>
                    <a:pt x="429" y="588"/>
                    <a:pt x="559" y="588"/>
                  </a:cubicBezTo>
                  <a:cubicBezTo>
                    <a:pt x="690" y="588"/>
                    <a:pt x="820" y="559"/>
                    <a:pt x="920" y="502"/>
                  </a:cubicBezTo>
                  <a:cubicBezTo>
                    <a:pt x="1118" y="387"/>
                    <a:pt x="1118" y="202"/>
                    <a:pt x="920" y="87"/>
                  </a:cubicBezTo>
                  <a:cubicBezTo>
                    <a:pt x="820" y="29"/>
                    <a:pt x="690" y="0"/>
                    <a:pt x="5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33"/>
            <p:cNvSpPr/>
            <p:nvPr/>
          </p:nvSpPr>
          <p:spPr>
            <a:xfrm>
              <a:off x="2232875" y="3369450"/>
              <a:ext cx="14200" cy="8225"/>
            </a:xfrm>
            <a:custGeom>
              <a:rect b="b" l="l" r="r" t="t"/>
              <a:pathLst>
                <a:path extrusionOk="0" h="329" w="568">
                  <a:moveTo>
                    <a:pt x="284" y="1"/>
                  </a:moveTo>
                  <a:cubicBezTo>
                    <a:pt x="128" y="1"/>
                    <a:pt x="0" y="74"/>
                    <a:pt x="0" y="165"/>
                  </a:cubicBezTo>
                  <a:cubicBezTo>
                    <a:pt x="0" y="255"/>
                    <a:pt x="128" y="329"/>
                    <a:pt x="284" y="329"/>
                  </a:cubicBezTo>
                  <a:cubicBezTo>
                    <a:pt x="441" y="329"/>
                    <a:pt x="567" y="255"/>
                    <a:pt x="567" y="165"/>
                  </a:cubicBezTo>
                  <a:cubicBezTo>
                    <a:pt x="567" y="74"/>
                    <a:pt x="441" y="1"/>
                    <a:pt x="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33"/>
            <p:cNvSpPr/>
            <p:nvPr/>
          </p:nvSpPr>
          <p:spPr>
            <a:xfrm>
              <a:off x="2280000" y="3410575"/>
              <a:ext cx="28325" cy="14925"/>
            </a:xfrm>
            <a:custGeom>
              <a:rect b="b" l="l" r="r" t="t"/>
              <a:pathLst>
                <a:path extrusionOk="0" h="597" w="1133">
                  <a:moveTo>
                    <a:pt x="567" y="0"/>
                  </a:moveTo>
                  <a:cubicBezTo>
                    <a:pt x="434" y="0"/>
                    <a:pt x="302" y="29"/>
                    <a:pt x="202" y="88"/>
                  </a:cubicBezTo>
                  <a:cubicBezTo>
                    <a:pt x="0" y="204"/>
                    <a:pt x="0" y="393"/>
                    <a:pt x="202" y="509"/>
                  </a:cubicBezTo>
                  <a:cubicBezTo>
                    <a:pt x="302" y="567"/>
                    <a:pt x="434" y="596"/>
                    <a:pt x="567" y="596"/>
                  </a:cubicBezTo>
                  <a:cubicBezTo>
                    <a:pt x="699" y="596"/>
                    <a:pt x="831" y="567"/>
                    <a:pt x="931" y="509"/>
                  </a:cubicBezTo>
                  <a:cubicBezTo>
                    <a:pt x="1133" y="393"/>
                    <a:pt x="1133" y="204"/>
                    <a:pt x="931" y="88"/>
                  </a:cubicBezTo>
                  <a:cubicBezTo>
                    <a:pt x="831" y="29"/>
                    <a:pt x="699"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33"/>
            <p:cNvSpPr/>
            <p:nvPr/>
          </p:nvSpPr>
          <p:spPr>
            <a:xfrm>
              <a:off x="2303900" y="3439450"/>
              <a:ext cx="19575" cy="10325"/>
            </a:xfrm>
            <a:custGeom>
              <a:rect b="b" l="l" r="r" t="t"/>
              <a:pathLst>
                <a:path extrusionOk="0" h="413" w="783">
                  <a:moveTo>
                    <a:pt x="392" y="1"/>
                  </a:moveTo>
                  <a:cubicBezTo>
                    <a:pt x="301" y="1"/>
                    <a:pt x="209" y="21"/>
                    <a:pt x="140" y="61"/>
                  </a:cubicBezTo>
                  <a:cubicBezTo>
                    <a:pt x="1" y="141"/>
                    <a:pt x="1" y="272"/>
                    <a:pt x="140" y="352"/>
                  </a:cubicBezTo>
                  <a:cubicBezTo>
                    <a:pt x="209" y="392"/>
                    <a:pt x="301" y="412"/>
                    <a:pt x="392" y="412"/>
                  </a:cubicBezTo>
                  <a:cubicBezTo>
                    <a:pt x="483" y="412"/>
                    <a:pt x="574" y="392"/>
                    <a:pt x="644" y="352"/>
                  </a:cubicBezTo>
                  <a:cubicBezTo>
                    <a:pt x="783" y="272"/>
                    <a:pt x="783" y="141"/>
                    <a:pt x="644" y="61"/>
                  </a:cubicBezTo>
                  <a:cubicBezTo>
                    <a:pt x="574" y="21"/>
                    <a:pt x="483" y="1"/>
                    <a:pt x="3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1" name="Google Shape;4621;p33"/>
            <p:cNvSpPr/>
            <p:nvPr/>
          </p:nvSpPr>
          <p:spPr>
            <a:xfrm>
              <a:off x="2344525" y="3385675"/>
              <a:ext cx="18150" cy="9575"/>
            </a:xfrm>
            <a:custGeom>
              <a:rect b="b" l="l" r="r" t="t"/>
              <a:pathLst>
                <a:path extrusionOk="0" h="383" w="726">
                  <a:moveTo>
                    <a:pt x="362" y="1"/>
                  </a:moveTo>
                  <a:cubicBezTo>
                    <a:pt x="278" y="1"/>
                    <a:pt x="193" y="20"/>
                    <a:pt x="129" y="57"/>
                  </a:cubicBezTo>
                  <a:cubicBezTo>
                    <a:pt x="0" y="132"/>
                    <a:pt x="0" y="252"/>
                    <a:pt x="129" y="327"/>
                  </a:cubicBezTo>
                  <a:cubicBezTo>
                    <a:pt x="193" y="364"/>
                    <a:pt x="278" y="382"/>
                    <a:pt x="362" y="382"/>
                  </a:cubicBezTo>
                  <a:cubicBezTo>
                    <a:pt x="447" y="382"/>
                    <a:pt x="532" y="364"/>
                    <a:pt x="596" y="327"/>
                  </a:cubicBezTo>
                  <a:cubicBezTo>
                    <a:pt x="726" y="252"/>
                    <a:pt x="726" y="132"/>
                    <a:pt x="596" y="57"/>
                  </a:cubicBezTo>
                  <a:cubicBezTo>
                    <a:pt x="532" y="20"/>
                    <a:pt x="447" y="1"/>
                    <a:pt x="3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2" name="Google Shape;4622;p33"/>
            <p:cNvSpPr/>
            <p:nvPr/>
          </p:nvSpPr>
          <p:spPr>
            <a:xfrm>
              <a:off x="2216550" y="3387700"/>
              <a:ext cx="18150" cy="9575"/>
            </a:xfrm>
            <a:custGeom>
              <a:rect b="b" l="l" r="r" t="t"/>
              <a:pathLst>
                <a:path extrusionOk="0" h="383" w="726">
                  <a:moveTo>
                    <a:pt x="364" y="1"/>
                  </a:moveTo>
                  <a:cubicBezTo>
                    <a:pt x="279" y="1"/>
                    <a:pt x="195" y="19"/>
                    <a:pt x="130" y="56"/>
                  </a:cubicBezTo>
                  <a:cubicBezTo>
                    <a:pt x="1" y="131"/>
                    <a:pt x="1" y="252"/>
                    <a:pt x="130" y="326"/>
                  </a:cubicBezTo>
                  <a:cubicBezTo>
                    <a:pt x="195" y="363"/>
                    <a:pt x="279" y="382"/>
                    <a:pt x="364" y="382"/>
                  </a:cubicBezTo>
                  <a:cubicBezTo>
                    <a:pt x="448" y="382"/>
                    <a:pt x="533" y="363"/>
                    <a:pt x="597" y="326"/>
                  </a:cubicBezTo>
                  <a:cubicBezTo>
                    <a:pt x="726" y="252"/>
                    <a:pt x="726" y="131"/>
                    <a:pt x="597" y="56"/>
                  </a:cubicBezTo>
                  <a:cubicBezTo>
                    <a:pt x="533" y="19"/>
                    <a:pt x="448" y="1"/>
                    <a:pt x="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33"/>
            <p:cNvSpPr/>
            <p:nvPr/>
          </p:nvSpPr>
          <p:spPr>
            <a:xfrm>
              <a:off x="2326000" y="3403125"/>
              <a:ext cx="18150" cy="9550"/>
            </a:xfrm>
            <a:custGeom>
              <a:rect b="b" l="l" r="r" t="t"/>
              <a:pathLst>
                <a:path extrusionOk="0" h="382" w="726">
                  <a:moveTo>
                    <a:pt x="363" y="1"/>
                  </a:moveTo>
                  <a:cubicBezTo>
                    <a:pt x="279" y="1"/>
                    <a:pt x="194" y="19"/>
                    <a:pt x="130" y="56"/>
                  </a:cubicBezTo>
                  <a:cubicBezTo>
                    <a:pt x="0" y="131"/>
                    <a:pt x="0" y="252"/>
                    <a:pt x="130" y="326"/>
                  </a:cubicBezTo>
                  <a:cubicBezTo>
                    <a:pt x="194" y="363"/>
                    <a:pt x="279" y="382"/>
                    <a:pt x="363" y="382"/>
                  </a:cubicBezTo>
                  <a:cubicBezTo>
                    <a:pt x="448" y="382"/>
                    <a:pt x="533" y="363"/>
                    <a:pt x="597" y="326"/>
                  </a:cubicBezTo>
                  <a:cubicBezTo>
                    <a:pt x="726" y="252"/>
                    <a:pt x="726" y="131"/>
                    <a:pt x="597" y="56"/>
                  </a:cubicBezTo>
                  <a:cubicBezTo>
                    <a:pt x="533" y="19"/>
                    <a:pt x="448"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33"/>
            <p:cNvSpPr/>
            <p:nvPr/>
          </p:nvSpPr>
          <p:spPr>
            <a:xfrm>
              <a:off x="2310100" y="3363175"/>
              <a:ext cx="21550" cy="12475"/>
            </a:xfrm>
            <a:custGeom>
              <a:rect b="b" l="l" r="r" t="t"/>
              <a:pathLst>
                <a:path extrusionOk="0" h="499" w="862">
                  <a:moveTo>
                    <a:pt x="431" y="1"/>
                  </a:moveTo>
                  <a:cubicBezTo>
                    <a:pt x="193" y="1"/>
                    <a:pt x="0" y="112"/>
                    <a:pt x="0" y="250"/>
                  </a:cubicBezTo>
                  <a:cubicBezTo>
                    <a:pt x="0" y="387"/>
                    <a:pt x="193" y="498"/>
                    <a:pt x="431" y="498"/>
                  </a:cubicBezTo>
                  <a:cubicBezTo>
                    <a:pt x="669" y="498"/>
                    <a:pt x="862" y="387"/>
                    <a:pt x="862" y="250"/>
                  </a:cubicBezTo>
                  <a:cubicBezTo>
                    <a:pt x="862" y="112"/>
                    <a:pt x="669" y="1"/>
                    <a:pt x="4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33"/>
            <p:cNvSpPr/>
            <p:nvPr/>
          </p:nvSpPr>
          <p:spPr>
            <a:xfrm>
              <a:off x="2235450" y="3406700"/>
              <a:ext cx="18925" cy="10925"/>
            </a:xfrm>
            <a:custGeom>
              <a:rect b="b" l="l" r="r" t="t"/>
              <a:pathLst>
                <a:path extrusionOk="0" h="437" w="757">
                  <a:moveTo>
                    <a:pt x="379" y="0"/>
                  </a:moveTo>
                  <a:cubicBezTo>
                    <a:pt x="170" y="0"/>
                    <a:pt x="1" y="98"/>
                    <a:pt x="1" y="219"/>
                  </a:cubicBezTo>
                  <a:cubicBezTo>
                    <a:pt x="1" y="340"/>
                    <a:pt x="170" y="437"/>
                    <a:pt x="379" y="437"/>
                  </a:cubicBezTo>
                  <a:cubicBezTo>
                    <a:pt x="588" y="437"/>
                    <a:pt x="756" y="340"/>
                    <a:pt x="756" y="219"/>
                  </a:cubicBezTo>
                  <a:cubicBezTo>
                    <a:pt x="756" y="98"/>
                    <a:pt x="58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33"/>
            <p:cNvSpPr/>
            <p:nvPr/>
          </p:nvSpPr>
          <p:spPr>
            <a:xfrm>
              <a:off x="2195725" y="3408475"/>
              <a:ext cx="23025" cy="12125"/>
            </a:xfrm>
            <a:custGeom>
              <a:rect b="b" l="l" r="r" t="t"/>
              <a:pathLst>
                <a:path extrusionOk="0" h="485" w="921">
                  <a:moveTo>
                    <a:pt x="460" y="1"/>
                  </a:moveTo>
                  <a:cubicBezTo>
                    <a:pt x="353" y="1"/>
                    <a:pt x="246" y="24"/>
                    <a:pt x="164" y="72"/>
                  </a:cubicBezTo>
                  <a:cubicBezTo>
                    <a:pt x="1" y="167"/>
                    <a:pt x="1" y="320"/>
                    <a:pt x="164" y="413"/>
                  </a:cubicBezTo>
                  <a:cubicBezTo>
                    <a:pt x="246" y="461"/>
                    <a:pt x="353" y="485"/>
                    <a:pt x="460" y="485"/>
                  </a:cubicBezTo>
                  <a:cubicBezTo>
                    <a:pt x="567" y="485"/>
                    <a:pt x="674" y="461"/>
                    <a:pt x="757" y="413"/>
                  </a:cubicBezTo>
                  <a:cubicBezTo>
                    <a:pt x="920" y="320"/>
                    <a:pt x="920" y="167"/>
                    <a:pt x="757" y="72"/>
                  </a:cubicBezTo>
                  <a:cubicBezTo>
                    <a:pt x="674" y="24"/>
                    <a:pt x="567" y="1"/>
                    <a:pt x="4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7" name="Google Shape;4627;p33"/>
            <p:cNvSpPr/>
            <p:nvPr/>
          </p:nvSpPr>
          <p:spPr>
            <a:xfrm>
              <a:off x="2227475" y="3431475"/>
              <a:ext cx="11025" cy="5825"/>
            </a:xfrm>
            <a:custGeom>
              <a:rect b="b" l="l" r="r" t="t"/>
              <a:pathLst>
                <a:path extrusionOk="0" h="233" w="441">
                  <a:moveTo>
                    <a:pt x="220" y="0"/>
                  </a:moveTo>
                  <a:cubicBezTo>
                    <a:pt x="169" y="0"/>
                    <a:pt x="117" y="12"/>
                    <a:pt x="78" y="34"/>
                  </a:cubicBezTo>
                  <a:cubicBezTo>
                    <a:pt x="0" y="80"/>
                    <a:pt x="0" y="153"/>
                    <a:pt x="78" y="199"/>
                  </a:cubicBezTo>
                  <a:cubicBezTo>
                    <a:pt x="117" y="221"/>
                    <a:pt x="169" y="233"/>
                    <a:pt x="220" y="233"/>
                  </a:cubicBezTo>
                  <a:cubicBezTo>
                    <a:pt x="271" y="233"/>
                    <a:pt x="323" y="221"/>
                    <a:pt x="362" y="199"/>
                  </a:cubicBezTo>
                  <a:cubicBezTo>
                    <a:pt x="441" y="153"/>
                    <a:pt x="441" y="80"/>
                    <a:pt x="362" y="34"/>
                  </a:cubicBezTo>
                  <a:cubicBezTo>
                    <a:pt x="323" y="12"/>
                    <a:pt x="271" y="0"/>
                    <a:pt x="2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8" name="Google Shape;4628;p33"/>
            <p:cNvSpPr/>
            <p:nvPr/>
          </p:nvSpPr>
          <p:spPr>
            <a:xfrm>
              <a:off x="2251850" y="3441000"/>
              <a:ext cx="27125" cy="14275"/>
            </a:xfrm>
            <a:custGeom>
              <a:rect b="b" l="l" r="r" t="t"/>
              <a:pathLst>
                <a:path extrusionOk="0" h="571" w="1085">
                  <a:moveTo>
                    <a:pt x="542" y="0"/>
                  </a:moveTo>
                  <a:cubicBezTo>
                    <a:pt x="416" y="0"/>
                    <a:pt x="290" y="28"/>
                    <a:pt x="193" y="83"/>
                  </a:cubicBezTo>
                  <a:cubicBezTo>
                    <a:pt x="0" y="195"/>
                    <a:pt x="0" y="375"/>
                    <a:pt x="193" y="487"/>
                  </a:cubicBezTo>
                  <a:cubicBezTo>
                    <a:pt x="290" y="543"/>
                    <a:pt x="416" y="570"/>
                    <a:pt x="542" y="570"/>
                  </a:cubicBezTo>
                  <a:cubicBezTo>
                    <a:pt x="669" y="570"/>
                    <a:pt x="795" y="543"/>
                    <a:pt x="891" y="487"/>
                  </a:cubicBezTo>
                  <a:cubicBezTo>
                    <a:pt x="1084" y="375"/>
                    <a:pt x="1084" y="195"/>
                    <a:pt x="891" y="83"/>
                  </a:cubicBezTo>
                  <a:cubicBezTo>
                    <a:pt x="795" y="28"/>
                    <a:pt x="669" y="0"/>
                    <a:pt x="5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9" name="Google Shape;4629;p33"/>
            <p:cNvSpPr/>
            <p:nvPr/>
          </p:nvSpPr>
          <p:spPr>
            <a:xfrm>
              <a:off x="2271500" y="3362950"/>
              <a:ext cx="16950" cy="8925"/>
            </a:xfrm>
            <a:custGeom>
              <a:rect b="b" l="l" r="r" t="t"/>
              <a:pathLst>
                <a:path extrusionOk="0" h="357" w="678">
                  <a:moveTo>
                    <a:pt x="340" y="1"/>
                  </a:moveTo>
                  <a:cubicBezTo>
                    <a:pt x="261" y="1"/>
                    <a:pt x="182" y="18"/>
                    <a:pt x="121" y="53"/>
                  </a:cubicBezTo>
                  <a:cubicBezTo>
                    <a:pt x="1" y="121"/>
                    <a:pt x="1" y="234"/>
                    <a:pt x="121" y="304"/>
                  </a:cubicBezTo>
                  <a:cubicBezTo>
                    <a:pt x="182" y="339"/>
                    <a:pt x="261" y="356"/>
                    <a:pt x="340" y="356"/>
                  </a:cubicBezTo>
                  <a:cubicBezTo>
                    <a:pt x="419" y="356"/>
                    <a:pt x="497" y="339"/>
                    <a:pt x="558" y="304"/>
                  </a:cubicBezTo>
                  <a:cubicBezTo>
                    <a:pt x="678" y="234"/>
                    <a:pt x="678" y="121"/>
                    <a:pt x="558" y="53"/>
                  </a:cubicBezTo>
                  <a:cubicBezTo>
                    <a:pt x="497" y="18"/>
                    <a:pt x="419" y="1"/>
                    <a:pt x="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0" name="Google Shape;4630;p33"/>
            <p:cNvSpPr/>
            <p:nvPr/>
          </p:nvSpPr>
          <p:spPr>
            <a:xfrm>
              <a:off x="2311475" y="3386025"/>
              <a:ext cx="16950" cy="8925"/>
            </a:xfrm>
            <a:custGeom>
              <a:rect b="b" l="l" r="r" t="t"/>
              <a:pathLst>
                <a:path extrusionOk="0" h="357" w="678">
                  <a:moveTo>
                    <a:pt x="339" y="0"/>
                  </a:moveTo>
                  <a:cubicBezTo>
                    <a:pt x="260" y="0"/>
                    <a:pt x="180" y="18"/>
                    <a:pt x="120" y="52"/>
                  </a:cubicBezTo>
                  <a:cubicBezTo>
                    <a:pt x="0" y="122"/>
                    <a:pt x="0" y="235"/>
                    <a:pt x="120" y="304"/>
                  </a:cubicBezTo>
                  <a:cubicBezTo>
                    <a:pt x="180" y="339"/>
                    <a:pt x="260" y="357"/>
                    <a:pt x="339" y="357"/>
                  </a:cubicBezTo>
                  <a:cubicBezTo>
                    <a:pt x="418" y="357"/>
                    <a:pt x="497" y="339"/>
                    <a:pt x="557" y="304"/>
                  </a:cubicBezTo>
                  <a:cubicBezTo>
                    <a:pt x="677" y="235"/>
                    <a:pt x="677" y="122"/>
                    <a:pt x="557" y="52"/>
                  </a:cubicBezTo>
                  <a:cubicBezTo>
                    <a:pt x="497" y="18"/>
                    <a:pt x="418" y="0"/>
                    <a:pt x="3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1" name="Google Shape;4631;p33"/>
            <p:cNvSpPr/>
            <p:nvPr/>
          </p:nvSpPr>
          <p:spPr>
            <a:xfrm>
              <a:off x="2344975" y="3418425"/>
              <a:ext cx="28850" cy="15175"/>
            </a:xfrm>
            <a:custGeom>
              <a:rect b="b" l="l" r="r" t="t"/>
              <a:pathLst>
                <a:path extrusionOk="0" h="607" w="1154">
                  <a:moveTo>
                    <a:pt x="577" y="1"/>
                  </a:moveTo>
                  <a:cubicBezTo>
                    <a:pt x="443" y="1"/>
                    <a:pt x="309" y="30"/>
                    <a:pt x="206" y="89"/>
                  </a:cubicBezTo>
                  <a:cubicBezTo>
                    <a:pt x="0" y="207"/>
                    <a:pt x="0" y="400"/>
                    <a:pt x="206" y="518"/>
                  </a:cubicBezTo>
                  <a:cubicBezTo>
                    <a:pt x="309" y="577"/>
                    <a:pt x="443" y="607"/>
                    <a:pt x="577" y="607"/>
                  </a:cubicBezTo>
                  <a:cubicBezTo>
                    <a:pt x="712" y="607"/>
                    <a:pt x="846" y="577"/>
                    <a:pt x="949" y="518"/>
                  </a:cubicBezTo>
                  <a:cubicBezTo>
                    <a:pt x="1154" y="400"/>
                    <a:pt x="1154" y="207"/>
                    <a:pt x="949" y="89"/>
                  </a:cubicBezTo>
                  <a:cubicBezTo>
                    <a:pt x="846" y="30"/>
                    <a:pt x="712"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2" name="Google Shape;4632;p33"/>
            <p:cNvSpPr/>
            <p:nvPr/>
          </p:nvSpPr>
          <p:spPr>
            <a:xfrm>
              <a:off x="2357850" y="3360875"/>
              <a:ext cx="22850" cy="12025"/>
            </a:xfrm>
            <a:custGeom>
              <a:rect b="b" l="l" r="r" t="t"/>
              <a:pathLst>
                <a:path extrusionOk="0" h="481" w="914">
                  <a:moveTo>
                    <a:pt x="458" y="0"/>
                  </a:moveTo>
                  <a:cubicBezTo>
                    <a:pt x="351" y="0"/>
                    <a:pt x="245" y="24"/>
                    <a:pt x="163" y="71"/>
                  </a:cubicBezTo>
                  <a:cubicBezTo>
                    <a:pt x="1" y="164"/>
                    <a:pt x="1" y="316"/>
                    <a:pt x="163" y="410"/>
                  </a:cubicBezTo>
                  <a:cubicBezTo>
                    <a:pt x="244" y="457"/>
                    <a:pt x="351" y="480"/>
                    <a:pt x="457" y="480"/>
                  </a:cubicBezTo>
                  <a:cubicBezTo>
                    <a:pt x="564" y="480"/>
                    <a:pt x="670" y="457"/>
                    <a:pt x="751" y="410"/>
                  </a:cubicBezTo>
                  <a:cubicBezTo>
                    <a:pt x="914" y="316"/>
                    <a:pt x="914" y="164"/>
                    <a:pt x="751" y="71"/>
                  </a:cubicBezTo>
                  <a:cubicBezTo>
                    <a:pt x="670" y="24"/>
                    <a:pt x="564"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3" name="Google Shape;4633;p33"/>
            <p:cNvSpPr/>
            <p:nvPr/>
          </p:nvSpPr>
          <p:spPr>
            <a:xfrm>
              <a:off x="2388950" y="3393900"/>
              <a:ext cx="18950" cy="10000"/>
            </a:xfrm>
            <a:custGeom>
              <a:rect b="b" l="l" r="r" t="t"/>
              <a:pathLst>
                <a:path extrusionOk="0" h="400" w="758">
                  <a:moveTo>
                    <a:pt x="380" y="1"/>
                  </a:moveTo>
                  <a:cubicBezTo>
                    <a:pt x="292" y="1"/>
                    <a:pt x="203" y="20"/>
                    <a:pt x="136" y="59"/>
                  </a:cubicBezTo>
                  <a:cubicBezTo>
                    <a:pt x="1" y="137"/>
                    <a:pt x="1" y="263"/>
                    <a:pt x="136" y="341"/>
                  </a:cubicBezTo>
                  <a:cubicBezTo>
                    <a:pt x="203" y="380"/>
                    <a:pt x="292" y="399"/>
                    <a:pt x="380" y="399"/>
                  </a:cubicBezTo>
                  <a:cubicBezTo>
                    <a:pt x="468" y="399"/>
                    <a:pt x="557" y="380"/>
                    <a:pt x="624" y="341"/>
                  </a:cubicBezTo>
                  <a:cubicBezTo>
                    <a:pt x="758" y="263"/>
                    <a:pt x="758" y="137"/>
                    <a:pt x="624" y="59"/>
                  </a:cubicBezTo>
                  <a:cubicBezTo>
                    <a:pt x="557" y="20"/>
                    <a:pt x="468" y="1"/>
                    <a:pt x="3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21" Type="http://schemas.openxmlformats.org/officeDocument/2006/relationships/theme" Target="../theme/theme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Lexend Black"/>
              <a:buNone/>
              <a:defRPr sz="3000">
                <a:solidFill>
                  <a:schemeClr val="dk1"/>
                </a:solidFill>
                <a:latin typeface="Lexend Black"/>
                <a:ea typeface="Lexend Black"/>
                <a:cs typeface="Lexend Black"/>
                <a:sym typeface="Lexend Black"/>
              </a:defRPr>
            </a:lvl1pPr>
            <a:lvl2pPr lvl="1" rtl="0">
              <a:spcBef>
                <a:spcPts val="0"/>
              </a:spcBef>
              <a:spcAft>
                <a:spcPts val="0"/>
              </a:spcAft>
              <a:buClr>
                <a:schemeClr val="dk1"/>
              </a:buClr>
              <a:buSzPts val="3000"/>
              <a:buFont typeface="Lexend Black"/>
              <a:buNone/>
              <a:defRPr sz="3000">
                <a:solidFill>
                  <a:schemeClr val="dk1"/>
                </a:solidFill>
                <a:latin typeface="Lexend Black"/>
                <a:ea typeface="Lexend Black"/>
                <a:cs typeface="Lexend Black"/>
                <a:sym typeface="Lexend Black"/>
              </a:defRPr>
            </a:lvl2pPr>
            <a:lvl3pPr lvl="2" rtl="0">
              <a:spcBef>
                <a:spcPts val="0"/>
              </a:spcBef>
              <a:spcAft>
                <a:spcPts val="0"/>
              </a:spcAft>
              <a:buClr>
                <a:schemeClr val="dk1"/>
              </a:buClr>
              <a:buSzPts val="3000"/>
              <a:buFont typeface="Lexend Black"/>
              <a:buNone/>
              <a:defRPr sz="3000">
                <a:solidFill>
                  <a:schemeClr val="dk1"/>
                </a:solidFill>
                <a:latin typeface="Lexend Black"/>
                <a:ea typeface="Lexend Black"/>
                <a:cs typeface="Lexend Black"/>
                <a:sym typeface="Lexend Black"/>
              </a:defRPr>
            </a:lvl3pPr>
            <a:lvl4pPr lvl="3" rtl="0">
              <a:spcBef>
                <a:spcPts val="0"/>
              </a:spcBef>
              <a:spcAft>
                <a:spcPts val="0"/>
              </a:spcAft>
              <a:buClr>
                <a:schemeClr val="dk1"/>
              </a:buClr>
              <a:buSzPts val="3000"/>
              <a:buFont typeface="Lexend Black"/>
              <a:buNone/>
              <a:defRPr sz="3000">
                <a:solidFill>
                  <a:schemeClr val="dk1"/>
                </a:solidFill>
                <a:latin typeface="Lexend Black"/>
                <a:ea typeface="Lexend Black"/>
                <a:cs typeface="Lexend Black"/>
                <a:sym typeface="Lexend Black"/>
              </a:defRPr>
            </a:lvl4pPr>
            <a:lvl5pPr lvl="4" rtl="0">
              <a:spcBef>
                <a:spcPts val="0"/>
              </a:spcBef>
              <a:spcAft>
                <a:spcPts val="0"/>
              </a:spcAft>
              <a:buClr>
                <a:schemeClr val="dk1"/>
              </a:buClr>
              <a:buSzPts val="3000"/>
              <a:buFont typeface="Lexend Black"/>
              <a:buNone/>
              <a:defRPr sz="3000">
                <a:solidFill>
                  <a:schemeClr val="dk1"/>
                </a:solidFill>
                <a:latin typeface="Lexend Black"/>
                <a:ea typeface="Lexend Black"/>
                <a:cs typeface="Lexend Black"/>
                <a:sym typeface="Lexend Black"/>
              </a:defRPr>
            </a:lvl5pPr>
            <a:lvl6pPr lvl="5" rtl="0">
              <a:spcBef>
                <a:spcPts val="0"/>
              </a:spcBef>
              <a:spcAft>
                <a:spcPts val="0"/>
              </a:spcAft>
              <a:buClr>
                <a:schemeClr val="dk1"/>
              </a:buClr>
              <a:buSzPts val="3000"/>
              <a:buFont typeface="Lexend Black"/>
              <a:buNone/>
              <a:defRPr sz="3000">
                <a:solidFill>
                  <a:schemeClr val="dk1"/>
                </a:solidFill>
                <a:latin typeface="Lexend Black"/>
                <a:ea typeface="Lexend Black"/>
                <a:cs typeface="Lexend Black"/>
                <a:sym typeface="Lexend Black"/>
              </a:defRPr>
            </a:lvl6pPr>
            <a:lvl7pPr lvl="6" rtl="0">
              <a:spcBef>
                <a:spcPts val="0"/>
              </a:spcBef>
              <a:spcAft>
                <a:spcPts val="0"/>
              </a:spcAft>
              <a:buClr>
                <a:schemeClr val="dk1"/>
              </a:buClr>
              <a:buSzPts val="3000"/>
              <a:buFont typeface="Lexend Black"/>
              <a:buNone/>
              <a:defRPr sz="3000">
                <a:solidFill>
                  <a:schemeClr val="dk1"/>
                </a:solidFill>
                <a:latin typeface="Lexend Black"/>
                <a:ea typeface="Lexend Black"/>
                <a:cs typeface="Lexend Black"/>
                <a:sym typeface="Lexend Black"/>
              </a:defRPr>
            </a:lvl7pPr>
            <a:lvl8pPr lvl="7" rtl="0">
              <a:spcBef>
                <a:spcPts val="0"/>
              </a:spcBef>
              <a:spcAft>
                <a:spcPts val="0"/>
              </a:spcAft>
              <a:buClr>
                <a:schemeClr val="dk1"/>
              </a:buClr>
              <a:buSzPts val="3000"/>
              <a:buFont typeface="Lexend Black"/>
              <a:buNone/>
              <a:defRPr sz="3000">
                <a:solidFill>
                  <a:schemeClr val="dk1"/>
                </a:solidFill>
                <a:latin typeface="Lexend Black"/>
                <a:ea typeface="Lexend Black"/>
                <a:cs typeface="Lexend Black"/>
                <a:sym typeface="Lexend Black"/>
              </a:defRPr>
            </a:lvl8pPr>
            <a:lvl9pPr lvl="8" rtl="0">
              <a:spcBef>
                <a:spcPts val="0"/>
              </a:spcBef>
              <a:spcAft>
                <a:spcPts val="0"/>
              </a:spcAft>
              <a:buClr>
                <a:schemeClr val="dk1"/>
              </a:buClr>
              <a:buSzPts val="3000"/>
              <a:buFont typeface="Lexend Black"/>
              <a:buNone/>
              <a:defRPr sz="3000">
                <a:solidFill>
                  <a:schemeClr val="dk1"/>
                </a:solidFill>
                <a:latin typeface="Lexend Black"/>
                <a:ea typeface="Lexend Black"/>
                <a:cs typeface="Lexend Black"/>
                <a:sym typeface="Lexend Black"/>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indent="-317500" lvl="1" marL="9144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40">
          <p15:clr>
            <a:srgbClr val="EA4335"/>
          </p15:clr>
        </p15:guide>
        <p15:guide id="2" orient="horz" pos="2900">
          <p15:clr>
            <a:srgbClr val="EA4335"/>
          </p15:clr>
        </p15:guide>
        <p15:guide id="3" pos="449">
          <p15:clr>
            <a:srgbClr val="EA4335"/>
          </p15:clr>
        </p15:guide>
        <p15:guide id="4" pos="5311">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3.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22.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4.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4.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8.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15.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1.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 Id="rId3"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6.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17.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2.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5.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3.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16.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7.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20.gif"/><Relationship Id="rId4" Type="http://schemas.openxmlformats.org/officeDocument/2006/relationships/image" Target="../media/image2.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10.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13.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2.xml"/><Relationship Id="rId3" Type="http://schemas.openxmlformats.org/officeDocument/2006/relationships/image" Target="../media/image19.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7" name="Shape 4637"/>
        <p:cNvGrpSpPr/>
        <p:nvPr/>
      </p:nvGrpSpPr>
      <p:grpSpPr>
        <a:xfrm>
          <a:off x="0" y="0"/>
          <a:ext cx="0" cy="0"/>
          <a:chOff x="0" y="0"/>
          <a:chExt cx="0" cy="0"/>
        </a:xfrm>
      </p:grpSpPr>
      <p:sp>
        <p:nvSpPr>
          <p:cNvPr id="4638" name="Google Shape;4638;p34"/>
          <p:cNvSpPr txBox="1"/>
          <p:nvPr>
            <p:ph type="ctrTitle"/>
          </p:nvPr>
        </p:nvSpPr>
        <p:spPr>
          <a:xfrm>
            <a:off x="4422950" y="912300"/>
            <a:ext cx="4255200" cy="265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700">
                <a:solidFill>
                  <a:schemeClr val="dk2"/>
                </a:solidFill>
              </a:rPr>
              <a:t>S&amp;T</a:t>
            </a:r>
            <a:endParaRPr sz="5700">
              <a:solidFill>
                <a:schemeClr val="dk2"/>
              </a:solidFill>
            </a:endParaRPr>
          </a:p>
          <a:p>
            <a:pPr indent="0" lvl="0" marL="0" rtl="0" algn="ctr">
              <a:spcBef>
                <a:spcPts val="0"/>
              </a:spcBef>
              <a:spcAft>
                <a:spcPts val="0"/>
              </a:spcAft>
              <a:buNone/>
            </a:pPr>
            <a:r>
              <a:rPr lang="en" sz="7900"/>
              <a:t>Git &amp; Github</a:t>
            </a:r>
            <a:endParaRPr sz="3500"/>
          </a:p>
        </p:txBody>
      </p:sp>
      <p:pic>
        <p:nvPicPr>
          <p:cNvPr descr="a blue and white penguin with a yellow beak is standing on a white background (Provided by Tenor)" id="4639" name="Google Shape;4639;p34"/>
          <p:cNvPicPr preferRelativeResize="0"/>
          <p:nvPr/>
        </p:nvPicPr>
        <p:blipFill>
          <a:blip r:embed="rId3">
            <a:alphaModFix/>
          </a:blip>
          <a:stretch>
            <a:fillRect/>
          </a:stretch>
        </p:blipFill>
        <p:spPr>
          <a:xfrm>
            <a:off x="1325850" y="1053350"/>
            <a:ext cx="2857500" cy="2857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3" name="Shape 4643"/>
        <p:cNvGrpSpPr/>
        <p:nvPr/>
      </p:nvGrpSpPr>
      <p:grpSpPr>
        <a:xfrm>
          <a:off x="0" y="0"/>
          <a:ext cx="0" cy="0"/>
          <a:chOff x="0" y="0"/>
          <a:chExt cx="0" cy="0"/>
        </a:xfrm>
      </p:grpSpPr>
      <p:sp>
        <p:nvSpPr>
          <p:cNvPr id="4644" name="Google Shape;4644;p35"/>
          <p:cNvSpPr txBox="1"/>
          <p:nvPr>
            <p:ph idx="1" type="subTitle"/>
          </p:nvPr>
        </p:nvSpPr>
        <p:spPr>
          <a:xfrm>
            <a:off x="4833775" y="1685676"/>
            <a:ext cx="3597000" cy="189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do we learn git?</a:t>
            </a:r>
            <a:endParaRPr/>
          </a:p>
          <a:p>
            <a:pPr indent="0" lvl="0" marL="0" rtl="0" algn="l">
              <a:spcBef>
                <a:spcPts val="0"/>
              </a:spcBef>
              <a:spcAft>
                <a:spcPts val="0"/>
              </a:spcAft>
              <a:buNone/>
            </a:pPr>
            <a:r>
              <a:rPr lang="en"/>
              <a:t>Why is this the first session?</a:t>
            </a:r>
            <a:endParaRPr/>
          </a:p>
        </p:txBody>
      </p:sp>
      <p:sp>
        <p:nvSpPr>
          <p:cNvPr id="4645" name="Google Shape;4645;p35"/>
          <p:cNvSpPr txBox="1"/>
          <p:nvPr>
            <p:ph type="title"/>
          </p:nvPr>
        </p:nvSpPr>
        <p:spPr>
          <a:xfrm>
            <a:off x="4833775" y="1131826"/>
            <a:ext cx="35970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Introduction</a:t>
            </a:r>
            <a:endParaRPr/>
          </a:p>
        </p:txBody>
      </p:sp>
      <p:pic>
        <p:nvPicPr>
          <p:cNvPr descr="a blue and white penguin with orange legs and feet (Provided by Tenor)" id="4646" name="Google Shape;4646;p35"/>
          <p:cNvPicPr preferRelativeResize="0"/>
          <p:nvPr/>
        </p:nvPicPr>
        <p:blipFill>
          <a:blip r:embed="rId3">
            <a:alphaModFix/>
          </a:blip>
          <a:stretch>
            <a:fillRect/>
          </a:stretch>
        </p:blipFill>
        <p:spPr>
          <a:xfrm>
            <a:off x="0" y="168700"/>
            <a:ext cx="4143875" cy="4143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0" name="Shape 4650"/>
        <p:cNvGrpSpPr/>
        <p:nvPr/>
      </p:nvGrpSpPr>
      <p:grpSpPr>
        <a:xfrm>
          <a:off x="0" y="0"/>
          <a:ext cx="0" cy="0"/>
          <a:chOff x="0" y="0"/>
          <a:chExt cx="0" cy="0"/>
        </a:xfrm>
      </p:grpSpPr>
      <p:sp>
        <p:nvSpPr>
          <p:cNvPr id="4651" name="Google Shape;4651;p36"/>
          <p:cNvSpPr txBox="1"/>
          <p:nvPr>
            <p:ph type="title"/>
          </p:nvPr>
        </p:nvSpPr>
        <p:spPr>
          <a:xfrm>
            <a:off x="720000" y="502487"/>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4652" name="Google Shape;4652;p36"/>
          <p:cNvSpPr txBox="1"/>
          <p:nvPr>
            <p:ph idx="4" type="subTitle"/>
          </p:nvPr>
        </p:nvSpPr>
        <p:spPr>
          <a:xfrm>
            <a:off x="1398075" y="2965940"/>
            <a:ext cx="1618800" cy="77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 What, How</a:t>
            </a:r>
            <a:endParaRPr/>
          </a:p>
        </p:txBody>
      </p:sp>
      <p:sp>
        <p:nvSpPr>
          <p:cNvPr id="4653" name="Google Shape;4653;p36"/>
          <p:cNvSpPr txBox="1"/>
          <p:nvPr>
            <p:ph idx="5" type="subTitle"/>
          </p:nvPr>
        </p:nvSpPr>
        <p:spPr>
          <a:xfrm>
            <a:off x="3756404" y="2964254"/>
            <a:ext cx="1618800" cy="77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Difference</a:t>
            </a:r>
            <a:r>
              <a:rPr lang="en"/>
              <a:t> between git &amp; github</a:t>
            </a:r>
            <a:endParaRPr/>
          </a:p>
        </p:txBody>
      </p:sp>
      <p:sp>
        <p:nvSpPr>
          <p:cNvPr id="4654" name="Google Shape;4654;p36"/>
          <p:cNvSpPr txBox="1"/>
          <p:nvPr>
            <p:ph idx="6" type="subTitle"/>
          </p:nvPr>
        </p:nvSpPr>
        <p:spPr>
          <a:xfrm>
            <a:off x="6114997" y="2964455"/>
            <a:ext cx="1618800" cy="778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Further explanation of how to use git</a:t>
            </a:r>
            <a:endParaRPr/>
          </a:p>
        </p:txBody>
      </p:sp>
      <p:sp>
        <p:nvSpPr>
          <p:cNvPr id="4655" name="Google Shape;4655;p36"/>
          <p:cNvSpPr txBox="1"/>
          <p:nvPr>
            <p:ph idx="7" type="title"/>
          </p:nvPr>
        </p:nvSpPr>
        <p:spPr>
          <a:xfrm>
            <a:off x="1840550" y="1759549"/>
            <a:ext cx="733500" cy="733500"/>
          </a:xfrm>
          <a:prstGeom prst="rect">
            <a:avLst/>
          </a:prstGeom>
          <a:solidFill>
            <a:schemeClr val="accent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656" name="Google Shape;4656;p36"/>
          <p:cNvSpPr txBox="1"/>
          <p:nvPr>
            <p:ph idx="8" type="title"/>
          </p:nvPr>
        </p:nvSpPr>
        <p:spPr>
          <a:xfrm>
            <a:off x="6558698" y="1759548"/>
            <a:ext cx="731400" cy="731400"/>
          </a:xfrm>
          <a:prstGeom prst="rect">
            <a:avLst/>
          </a:prstGeom>
          <a:solidFill>
            <a:schemeClr val="accent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4657" name="Google Shape;4657;p36"/>
          <p:cNvSpPr txBox="1"/>
          <p:nvPr>
            <p:ph idx="9" type="title"/>
          </p:nvPr>
        </p:nvSpPr>
        <p:spPr>
          <a:xfrm>
            <a:off x="4200101" y="1759542"/>
            <a:ext cx="731400" cy="731400"/>
          </a:xfrm>
          <a:prstGeom prst="rect">
            <a:avLst/>
          </a:prstGeom>
          <a:solidFill>
            <a:schemeClr val="accent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4658" name="Google Shape;4658;p36"/>
          <p:cNvSpPr txBox="1"/>
          <p:nvPr>
            <p:ph idx="3" type="subTitle"/>
          </p:nvPr>
        </p:nvSpPr>
        <p:spPr>
          <a:xfrm>
            <a:off x="1398075" y="2650875"/>
            <a:ext cx="1618800" cy="447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Git</a:t>
            </a:r>
            <a:endParaRPr/>
          </a:p>
        </p:txBody>
      </p:sp>
      <p:sp>
        <p:nvSpPr>
          <p:cNvPr id="4659" name="Google Shape;4659;p36"/>
          <p:cNvSpPr txBox="1"/>
          <p:nvPr>
            <p:ph idx="1" type="subTitle"/>
          </p:nvPr>
        </p:nvSpPr>
        <p:spPr>
          <a:xfrm>
            <a:off x="6115000" y="2650075"/>
            <a:ext cx="1618800" cy="447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Usage</a:t>
            </a:r>
            <a:endParaRPr/>
          </a:p>
        </p:txBody>
      </p:sp>
      <p:sp>
        <p:nvSpPr>
          <p:cNvPr id="4660" name="Google Shape;4660;p36"/>
          <p:cNvSpPr txBox="1"/>
          <p:nvPr>
            <p:ph idx="2" type="subTitle"/>
          </p:nvPr>
        </p:nvSpPr>
        <p:spPr>
          <a:xfrm>
            <a:off x="3756400" y="2649825"/>
            <a:ext cx="1618800" cy="447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Github</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4" name="Shape 4664"/>
        <p:cNvGrpSpPr/>
        <p:nvPr/>
      </p:nvGrpSpPr>
      <p:grpSpPr>
        <a:xfrm>
          <a:off x="0" y="0"/>
          <a:ext cx="0" cy="0"/>
          <a:chOff x="0" y="0"/>
          <a:chExt cx="0" cy="0"/>
        </a:xfrm>
      </p:grpSpPr>
      <p:sp>
        <p:nvSpPr>
          <p:cNvPr id="4665" name="Google Shape;4665;p37"/>
          <p:cNvSpPr txBox="1"/>
          <p:nvPr>
            <p:ph idx="1" type="subTitle"/>
          </p:nvPr>
        </p:nvSpPr>
        <p:spPr>
          <a:xfrm>
            <a:off x="2159175" y="2696375"/>
            <a:ext cx="3636900" cy="33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What, How</a:t>
            </a:r>
            <a:endParaRPr/>
          </a:p>
        </p:txBody>
      </p:sp>
      <p:sp>
        <p:nvSpPr>
          <p:cNvPr id="4666" name="Google Shape;4666;p37"/>
          <p:cNvSpPr txBox="1"/>
          <p:nvPr>
            <p:ph type="title"/>
          </p:nvPr>
        </p:nvSpPr>
        <p:spPr>
          <a:xfrm>
            <a:off x="2171700" y="1442725"/>
            <a:ext cx="3502800" cy="138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a:t>
            </a:r>
            <a:endParaRPr/>
          </a:p>
        </p:txBody>
      </p:sp>
      <p:sp>
        <p:nvSpPr>
          <p:cNvPr id="4667" name="Google Shape;4667;p37"/>
          <p:cNvSpPr txBox="1"/>
          <p:nvPr>
            <p:ph idx="2" type="title"/>
          </p:nvPr>
        </p:nvSpPr>
        <p:spPr>
          <a:xfrm>
            <a:off x="725475" y="1608138"/>
            <a:ext cx="1268400" cy="1269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pic>
        <p:nvPicPr>
          <p:cNvPr descr="a penguin wearing a chef hat stirs a pot (Provided by Tenor)" id="4668" name="Google Shape;4668;p37"/>
          <p:cNvPicPr preferRelativeResize="0"/>
          <p:nvPr/>
        </p:nvPicPr>
        <p:blipFill>
          <a:blip r:embed="rId3">
            <a:alphaModFix/>
          </a:blip>
          <a:stretch>
            <a:fillRect/>
          </a:stretch>
        </p:blipFill>
        <p:spPr>
          <a:xfrm>
            <a:off x="5891425" y="2100375"/>
            <a:ext cx="3043125" cy="3043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2" name="Shape 4672"/>
        <p:cNvGrpSpPr/>
        <p:nvPr/>
      </p:nvGrpSpPr>
      <p:grpSpPr>
        <a:xfrm>
          <a:off x="0" y="0"/>
          <a:ext cx="0" cy="0"/>
          <a:chOff x="0" y="0"/>
          <a:chExt cx="0" cy="0"/>
        </a:xfrm>
      </p:grpSpPr>
      <p:sp>
        <p:nvSpPr>
          <p:cNvPr id="4673" name="Google Shape;4673;p38"/>
          <p:cNvSpPr txBox="1"/>
          <p:nvPr>
            <p:ph idx="1" type="body"/>
          </p:nvPr>
        </p:nvSpPr>
        <p:spPr>
          <a:xfrm>
            <a:off x="726450" y="1907375"/>
            <a:ext cx="4015200" cy="2151900"/>
          </a:xfrm>
          <a:prstGeom prst="rect">
            <a:avLst/>
          </a:prstGeom>
        </p:spPr>
        <p:txBody>
          <a:bodyPr anchorCtr="0" anchor="t" bIns="91425" lIns="91425" spcFirstLastPara="1" rIns="91425" wrap="square" tIns="91425">
            <a:noAutofit/>
          </a:bodyPr>
          <a:lstStyle/>
          <a:p>
            <a:pPr indent="-215900" lvl="0" marL="241300" rtl="0" algn="l">
              <a:spcBef>
                <a:spcPts val="0"/>
              </a:spcBef>
              <a:spcAft>
                <a:spcPts val="0"/>
              </a:spcAft>
              <a:buSzPts val="1400"/>
              <a:buChar char="●"/>
            </a:pPr>
            <a:r>
              <a:rPr lang="en"/>
              <a:t>To manage versions of code efficiently.</a:t>
            </a:r>
            <a:r>
              <a:rPr lang="en"/>
              <a:t> </a:t>
            </a:r>
            <a:endParaRPr/>
          </a:p>
          <a:p>
            <a:pPr indent="-215900" lvl="0" marL="241300" rtl="0" algn="l">
              <a:spcBef>
                <a:spcPts val="0"/>
              </a:spcBef>
              <a:spcAft>
                <a:spcPts val="0"/>
              </a:spcAft>
              <a:buSzPts val="1400"/>
              <a:buChar char="●"/>
            </a:pPr>
            <a:r>
              <a:rPr lang="en"/>
              <a:t>lets multiple developers collaborate.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it’s simply to prevent </a:t>
            </a:r>
            <a:r>
              <a:rPr b="1" lang="en"/>
              <a:t>“final_final_v3.cpp”</a:t>
            </a:r>
            <a:endParaRPr b="1"/>
          </a:p>
          <a:p>
            <a:pPr indent="0" lvl="0" marL="0" rtl="0" algn="l">
              <a:spcBef>
                <a:spcPts val="0"/>
              </a:spcBef>
              <a:spcAft>
                <a:spcPts val="0"/>
              </a:spcAft>
              <a:buNone/>
            </a:pPr>
            <a:r>
              <a:rPr lang="en"/>
              <a:t>disasters 😅 </a:t>
            </a:r>
            <a:endParaRPr/>
          </a:p>
        </p:txBody>
      </p:sp>
      <p:sp>
        <p:nvSpPr>
          <p:cNvPr id="4674" name="Google Shape;4674;p38"/>
          <p:cNvSpPr txBox="1"/>
          <p:nvPr>
            <p:ph type="title"/>
          </p:nvPr>
        </p:nvSpPr>
        <p:spPr>
          <a:xfrm>
            <a:off x="720000" y="930332"/>
            <a:ext cx="2952600" cy="99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do we need Git?</a:t>
            </a:r>
            <a:endParaRPr/>
          </a:p>
        </p:txBody>
      </p:sp>
      <p:pic>
        <p:nvPicPr>
          <p:cNvPr descr="a penguin wearing a black hat with the word why behind him (Provided by Tenor)" id="4675" name="Google Shape;4675;p38"/>
          <p:cNvPicPr preferRelativeResize="0"/>
          <p:nvPr/>
        </p:nvPicPr>
        <p:blipFill>
          <a:blip r:embed="rId3">
            <a:alphaModFix/>
          </a:blip>
          <a:stretch>
            <a:fillRect/>
          </a:stretch>
        </p:blipFill>
        <p:spPr>
          <a:xfrm>
            <a:off x="4894050" y="152400"/>
            <a:ext cx="4097550" cy="4097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9" name="Shape 4679"/>
        <p:cNvGrpSpPr/>
        <p:nvPr/>
      </p:nvGrpSpPr>
      <p:grpSpPr>
        <a:xfrm>
          <a:off x="0" y="0"/>
          <a:ext cx="0" cy="0"/>
          <a:chOff x="0" y="0"/>
          <a:chExt cx="0" cy="0"/>
        </a:xfrm>
      </p:grpSpPr>
      <p:sp>
        <p:nvSpPr>
          <p:cNvPr id="4680" name="Google Shape;4680;p39"/>
          <p:cNvSpPr txBox="1"/>
          <p:nvPr>
            <p:ph idx="1" type="body"/>
          </p:nvPr>
        </p:nvSpPr>
        <p:spPr>
          <a:xfrm>
            <a:off x="726450" y="1907375"/>
            <a:ext cx="4015200" cy="215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t>Git is a Distributed Version Control System </a:t>
            </a:r>
            <a:r>
              <a:rPr b="1" lang="en"/>
              <a:t>DVCS</a:t>
            </a:r>
            <a:endParaRPr/>
          </a:p>
          <a:p>
            <a:pPr indent="0" lvl="0" marL="0" rtl="0" algn="l">
              <a:spcBef>
                <a:spcPts val="1600"/>
              </a:spcBef>
              <a:spcAft>
                <a:spcPts val="0"/>
              </a:spcAft>
              <a:buNone/>
            </a:pPr>
            <a:r>
              <a:rPr lang="en"/>
              <a:t>What does Git </a:t>
            </a:r>
            <a:r>
              <a:rPr lang="en"/>
              <a:t>offer?</a:t>
            </a:r>
            <a:endParaRPr/>
          </a:p>
          <a:p>
            <a:pPr indent="-215900" lvl="0" marL="241300" rtl="0" algn="l">
              <a:spcBef>
                <a:spcPts val="0"/>
              </a:spcBef>
              <a:spcAft>
                <a:spcPts val="0"/>
              </a:spcAft>
              <a:buSzPts val="1400"/>
              <a:buChar char="●"/>
            </a:pPr>
            <a:r>
              <a:rPr lang="en"/>
              <a:t>It keep track of all changes made to files.</a:t>
            </a:r>
            <a:endParaRPr/>
          </a:p>
          <a:p>
            <a:pPr indent="-215900" lvl="0" marL="241300" rtl="0" algn="l">
              <a:spcBef>
                <a:spcPts val="0"/>
              </a:spcBef>
              <a:spcAft>
                <a:spcPts val="0"/>
              </a:spcAft>
              <a:buSzPts val="1400"/>
              <a:buChar char="●"/>
            </a:pPr>
            <a:r>
              <a:rPr lang="en"/>
              <a:t>P</a:t>
            </a:r>
            <a:r>
              <a:rPr lang="en"/>
              <a:t>rovides a complete history of a project.</a:t>
            </a:r>
            <a:endParaRPr/>
          </a:p>
          <a:p>
            <a:pPr indent="-215900" lvl="0" marL="241300" rtl="0" algn="l">
              <a:spcBef>
                <a:spcPts val="0"/>
              </a:spcBef>
              <a:spcAft>
                <a:spcPts val="0"/>
              </a:spcAft>
              <a:buSzPts val="1400"/>
              <a:buChar char="●"/>
            </a:pPr>
            <a:r>
              <a:rPr lang="en"/>
              <a:t>Allow you to rollback into an older version.</a:t>
            </a:r>
            <a:endParaRPr/>
          </a:p>
          <a:p>
            <a:pPr indent="0" lvl="0" marL="0" rtl="0" algn="l">
              <a:spcBef>
                <a:spcPts val="1600"/>
              </a:spcBef>
              <a:spcAft>
                <a:spcPts val="1600"/>
              </a:spcAft>
              <a:buNone/>
            </a:pPr>
            <a:r>
              <a:t/>
            </a:r>
            <a:endParaRPr/>
          </a:p>
        </p:txBody>
      </p:sp>
      <p:sp>
        <p:nvSpPr>
          <p:cNvPr id="4681" name="Google Shape;4681;p39"/>
          <p:cNvSpPr txBox="1"/>
          <p:nvPr>
            <p:ph type="title"/>
          </p:nvPr>
        </p:nvSpPr>
        <p:spPr>
          <a:xfrm>
            <a:off x="720000" y="930332"/>
            <a:ext cx="2952600" cy="99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Git?</a:t>
            </a:r>
            <a:endParaRPr/>
          </a:p>
        </p:txBody>
      </p:sp>
      <p:pic>
        <p:nvPicPr>
          <p:cNvPr descr="a blue and white penguin with the word what written above it (Provided by Tenor)" id="4682" name="Google Shape;4682;p39"/>
          <p:cNvPicPr preferRelativeResize="0"/>
          <p:nvPr/>
        </p:nvPicPr>
        <p:blipFill>
          <a:blip r:embed="rId3">
            <a:alphaModFix/>
          </a:blip>
          <a:stretch>
            <a:fillRect/>
          </a:stretch>
        </p:blipFill>
        <p:spPr>
          <a:xfrm>
            <a:off x="5513450" y="845125"/>
            <a:ext cx="2857500" cy="2857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6" name="Shape 4686"/>
        <p:cNvGrpSpPr/>
        <p:nvPr/>
      </p:nvGrpSpPr>
      <p:grpSpPr>
        <a:xfrm>
          <a:off x="0" y="0"/>
          <a:ext cx="0" cy="0"/>
          <a:chOff x="0" y="0"/>
          <a:chExt cx="0" cy="0"/>
        </a:xfrm>
      </p:grpSpPr>
      <p:sp>
        <p:nvSpPr>
          <p:cNvPr id="4687" name="Google Shape;4687;p40"/>
          <p:cNvSpPr txBox="1"/>
          <p:nvPr>
            <p:ph idx="1" type="body"/>
          </p:nvPr>
        </p:nvSpPr>
        <p:spPr>
          <a:xfrm>
            <a:off x="726450" y="1907375"/>
            <a:ext cx="4015200" cy="215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t>Git offers us a working </a:t>
            </a:r>
            <a:r>
              <a:rPr lang="en"/>
              <a:t>directory</a:t>
            </a:r>
            <a:r>
              <a:rPr lang="en"/>
              <a:t>(</a:t>
            </a:r>
            <a:r>
              <a:rPr b="1" lang="en">
                <a:solidFill>
                  <a:srgbClr val="38761D"/>
                </a:solidFill>
              </a:rPr>
              <a:t>Folder</a:t>
            </a:r>
            <a:r>
              <a:rPr lang="en"/>
              <a:t>) to view our project and update it easily.</a:t>
            </a:r>
            <a:endParaRPr/>
          </a:p>
          <a:p>
            <a:pPr indent="0" lvl="0" marL="0" rtl="0" algn="l">
              <a:spcBef>
                <a:spcPts val="1600"/>
              </a:spcBef>
              <a:spcAft>
                <a:spcPts val="0"/>
              </a:spcAft>
              <a:buNone/>
            </a:pPr>
            <a:r>
              <a:rPr b="1" lang="en"/>
              <a:t>There are 3 main stages:</a:t>
            </a:r>
            <a:endParaRPr b="1"/>
          </a:p>
          <a:p>
            <a:pPr indent="-215900" lvl="0" marL="241300" rtl="0" algn="l">
              <a:spcBef>
                <a:spcPts val="0"/>
              </a:spcBef>
              <a:spcAft>
                <a:spcPts val="0"/>
              </a:spcAft>
              <a:buSzPts val="1400"/>
              <a:buChar char="●"/>
            </a:pPr>
            <a:r>
              <a:rPr lang="en"/>
              <a:t>Working directory</a:t>
            </a:r>
            <a:endParaRPr/>
          </a:p>
          <a:p>
            <a:pPr indent="-215900" lvl="0" marL="241300" rtl="0" algn="l">
              <a:spcBef>
                <a:spcPts val="0"/>
              </a:spcBef>
              <a:spcAft>
                <a:spcPts val="0"/>
              </a:spcAft>
              <a:buSzPts val="1400"/>
              <a:buChar char="●"/>
            </a:pPr>
            <a:r>
              <a:rPr lang="en"/>
              <a:t>Staging area</a:t>
            </a:r>
            <a:endParaRPr/>
          </a:p>
          <a:p>
            <a:pPr indent="-215900" lvl="0" marL="241300" rtl="0" algn="l">
              <a:spcBef>
                <a:spcPts val="0"/>
              </a:spcBef>
              <a:spcAft>
                <a:spcPts val="1600"/>
              </a:spcAft>
              <a:buSzPts val="1400"/>
              <a:buChar char="●"/>
            </a:pPr>
            <a:r>
              <a:rPr lang="en"/>
              <a:t>Git directory</a:t>
            </a:r>
            <a:endParaRPr/>
          </a:p>
        </p:txBody>
      </p:sp>
      <p:sp>
        <p:nvSpPr>
          <p:cNvPr id="4688" name="Google Shape;4688;p40"/>
          <p:cNvSpPr txBox="1"/>
          <p:nvPr>
            <p:ph type="title"/>
          </p:nvPr>
        </p:nvSpPr>
        <p:spPr>
          <a:xfrm>
            <a:off x="720000" y="930325"/>
            <a:ext cx="3364800" cy="99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How to use Git?</a:t>
            </a:r>
            <a:endParaRPr/>
          </a:p>
        </p:txBody>
      </p:sp>
      <p:pic>
        <p:nvPicPr>
          <p:cNvPr descr="a penguin is holding an open book with a help me sticker on it (Provided by Tenor)" id="4689" name="Google Shape;4689;p40"/>
          <p:cNvPicPr preferRelativeResize="0"/>
          <p:nvPr/>
        </p:nvPicPr>
        <p:blipFill>
          <a:blip r:embed="rId3">
            <a:alphaModFix/>
          </a:blip>
          <a:stretch>
            <a:fillRect/>
          </a:stretch>
        </p:blipFill>
        <p:spPr>
          <a:xfrm>
            <a:off x="5497125" y="845125"/>
            <a:ext cx="2857500" cy="2857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3" name="Shape 4693"/>
        <p:cNvGrpSpPr/>
        <p:nvPr/>
      </p:nvGrpSpPr>
      <p:grpSpPr>
        <a:xfrm>
          <a:off x="0" y="0"/>
          <a:ext cx="0" cy="0"/>
          <a:chOff x="0" y="0"/>
          <a:chExt cx="0" cy="0"/>
        </a:xfrm>
      </p:grpSpPr>
      <p:sp>
        <p:nvSpPr>
          <p:cNvPr id="4694" name="Google Shape;4694;p41"/>
          <p:cNvSpPr txBox="1"/>
          <p:nvPr>
            <p:ph type="title"/>
          </p:nvPr>
        </p:nvSpPr>
        <p:spPr>
          <a:xfrm>
            <a:off x="720000" y="511856"/>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Who are you?</a:t>
            </a:r>
            <a:endParaRPr/>
          </a:p>
        </p:txBody>
      </p:sp>
      <p:sp>
        <p:nvSpPr>
          <p:cNvPr id="4695" name="Google Shape;4695;p41"/>
          <p:cNvSpPr txBox="1"/>
          <p:nvPr>
            <p:ph idx="3" type="subTitle"/>
          </p:nvPr>
        </p:nvSpPr>
        <p:spPr>
          <a:xfrm>
            <a:off x="729250" y="1980500"/>
            <a:ext cx="2072100" cy="161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git config --global user.name “Ibrahim”</a:t>
            </a:r>
            <a:endParaRPr/>
          </a:p>
          <a:p>
            <a:pPr indent="0" lvl="0" marL="0" rtl="0" algn="l">
              <a:spcBef>
                <a:spcPts val="0"/>
              </a:spcBef>
              <a:spcAft>
                <a:spcPts val="0"/>
              </a:spcAft>
              <a:buNone/>
            </a:pPr>
            <a:r>
              <a:t/>
            </a:r>
            <a:endParaRPr/>
          </a:p>
        </p:txBody>
      </p:sp>
      <p:sp>
        <p:nvSpPr>
          <p:cNvPr id="4696" name="Google Shape;4696;p41"/>
          <p:cNvSpPr txBox="1"/>
          <p:nvPr>
            <p:ph idx="4" type="subTitle"/>
          </p:nvPr>
        </p:nvSpPr>
        <p:spPr>
          <a:xfrm>
            <a:off x="6332025" y="1980500"/>
            <a:ext cx="2165700" cy="161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git config --global user.email “iymetwally@gmail.com”</a:t>
            </a:r>
            <a:endParaRPr/>
          </a:p>
          <a:p>
            <a:pPr indent="0" lvl="0" marL="0" rtl="0" algn="r">
              <a:spcBef>
                <a:spcPts val="0"/>
              </a:spcBef>
              <a:spcAft>
                <a:spcPts val="0"/>
              </a:spcAft>
              <a:buNone/>
            </a:pPr>
            <a:r>
              <a:t/>
            </a:r>
            <a:endParaRPr/>
          </a:p>
        </p:txBody>
      </p:sp>
      <p:sp>
        <p:nvSpPr>
          <p:cNvPr id="4697" name="Google Shape;4697;p41"/>
          <p:cNvSpPr txBox="1"/>
          <p:nvPr>
            <p:ph idx="1" type="subTitle"/>
          </p:nvPr>
        </p:nvSpPr>
        <p:spPr>
          <a:xfrm>
            <a:off x="729250" y="1681525"/>
            <a:ext cx="2374800" cy="42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Set username</a:t>
            </a:r>
            <a:endParaRPr/>
          </a:p>
        </p:txBody>
      </p:sp>
      <p:sp>
        <p:nvSpPr>
          <p:cNvPr id="4698" name="Google Shape;4698;p41"/>
          <p:cNvSpPr txBox="1"/>
          <p:nvPr>
            <p:ph idx="2" type="subTitle"/>
          </p:nvPr>
        </p:nvSpPr>
        <p:spPr>
          <a:xfrm>
            <a:off x="6332022" y="1681525"/>
            <a:ext cx="2072100" cy="42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Set email</a:t>
            </a:r>
            <a:endParaRPr/>
          </a:p>
        </p:txBody>
      </p:sp>
      <p:pic>
        <p:nvPicPr>
          <p:cNvPr descr="a penguin with a question mark above it (Provided by Tenor)" id="4699" name="Google Shape;4699;p41"/>
          <p:cNvPicPr preferRelativeResize="0"/>
          <p:nvPr/>
        </p:nvPicPr>
        <p:blipFill>
          <a:blip r:embed="rId3">
            <a:alphaModFix/>
          </a:blip>
          <a:stretch>
            <a:fillRect/>
          </a:stretch>
        </p:blipFill>
        <p:spPr>
          <a:xfrm>
            <a:off x="3379275" y="2917676"/>
            <a:ext cx="2374800" cy="2374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3" name="Shape 4703"/>
        <p:cNvGrpSpPr/>
        <p:nvPr/>
      </p:nvGrpSpPr>
      <p:grpSpPr>
        <a:xfrm>
          <a:off x="0" y="0"/>
          <a:ext cx="0" cy="0"/>
          <a:chOff x="0" y="0"/>
          <a:chExt cx="0" cy="0"/>
        </a:xfrm>
      </p:grpSpPr>
      <p:sp>
        <p:nvSpPr>
          <p:cNvPr id="4704" name="Google Shape;4704;p42"/>
          <p:cNvSpPr txBox="1"/>
          <p:nvPr>
            <p:ph type="title"/>
          </p:nvPr>
        </p:nvSpPr>
        <p:spPr>
          <a:xfrm>
            <a:off x="720000" y="511856"/>
            <a:ext cx="7704000" cy="572700"/>
          </a:xfrm>
          <a:prstGeom prst="rect">
            <a:avLst/>
          </a:prstGeom>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How to save your work</a:t>
            </a:r>
            <a:endParaRPr/>
          </a:p>
        </p:txBody>
      </p:sp>
      <p:sp>
        <p:nvSpPr>
          <p:cNvPr id="4705" name="Google Shape;4705;p42"/>
          <p:cNvSpPr txBox="1"/>
          <p:nvPr>
            <p:ph idx="1" type="subTitle"/>
          </p:nvPr>
        </p:nvSpPr>
        <p:spPr>
          <a:xfrm>
            <a:off x="1346250" y="3046246"/>
            <a:ext cx="1979700" cy="101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Used to initialize a Git repository in the current directory.</a:t>
            </a:r>
            <a:endParaRPr/>
          </a:p>
        </p:txBody>
      </p:sp>
      <p:sp>
        <p:nvSpPr>
          <p:cNvPr id="4706" name="Google Shape;4706;p42"/>
          <p:cNvSpPr txBox="1"/>
          <p:nvPr>
            <p:ph idx="2" type="subTitle"/>
          </p:nvPr>
        </p:nvSpPr>
        <p:spPr>
          <a:xfrm>
            <a:off x="3582150" y="3046246"/>
            <a:ext cx="1979700" cy="101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Used to add some files into the Staging area.</a:t>
            </a:r>
            <a:endParaRPr/>
          </a:p>
        </p:txBody>
      </p:sp>
      <p:sp>
        <p:nvSpPr>
          <p:cNvPr id="4707" name="Google Shape;4707;p42"/>
          <p:cNvSpPr txBox="1"/>
          <p:nvPr>
            <p:ph idx="3" type="subTitle"/>
          </p:nvPr>
        </p:nvSpPr>
        <p:spPr>
          <a:xfrm>
            <a:off x="5818000" y="3046246"/>
            <a:ext cx="1979700" cy="101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Used to submit all files on the Staging area into the Git repository.</a:t>
            </a:r>
            <a:endParaRPr/>
          </a:p>
        </p:txBody>
      </p:sp>
      <p:sp>
        <p:nvSpPr>
          <p:cNvPr id="4708" name="Google Shape;4708;p42"/>
          <p:cNvSpPr txBox="1"/>
          <p:nvPr>
            <p:ph idx="4" type="subTitle"/>
          </p:nvPr>
        </p:nvSpPr>
        <p:spPr>
          <a:xfrm>
            <a:off x="1346250" y="2731400"/>
            <a:ext cx="1979700" cy="447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git init</a:t>
            </a:r>
            <a:endParaRPr/>
          </a:p>
        </p:txBody>
      </p:sp>
      <p:sp>
        <p:nvSpPr>
          <p:cNvPr id="4709" name="Google Shape;4709;p42"/>
          <p:cNvSpPr txBox="1"/>
          <p:nvPr>
            <p:ph idx="5" type="subTitle"/>
          </p:nvPr>
        </p:nvSpPr>
        <p:spPr>
          <a:xfrm>
            <a:off x="5818000" y="2731400"/>
            <a:ext cx="1979700" cy="447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git commit</a:t>
            </a:r>
            <a:endParaRPr/>
          </a:p>
        </p:txBody>
      </p:sp>
      <p:sp>
        <p:nvSpPr>
          <p:cNvPr id="4710" name="Google Shape;4710;p42"/>
          <p:cNvSpPr txBox="1"/>
          <p:nvPr>
            <p:ph idx="6" type="subTitle"/>
          </p:nvPr>
        </p:nvSpPr>
        <p:spPr>
          <a:xfrm>
            <a:off x="3582150" y="2731400"/>
            <a:ext cx="1979700" cy="447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git add</a:t>
            </a:r>
            <a:endParaRPr/>
          </a:p>
        </p:txBody>
      </p:sp>
      <p:sp>
        <p:nvSpPr>
          <p:cNvPr id="4711" name="Google Shape;4711;p42"/>
          <p:cNvSpPr/>
          <p:nvPr/>
        </p:nvSpPr>
        <p:spPr>
          <a:xfrm>
            <a:off x="1898300" y="1707460"/>
            <a:ext cx="875700" cy="87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2" name="Google Shape;4712;p42"/>
          <p:cNvSpPr/>
          <p:nvPr/>
        </p:nvSpPr>
        <p:spPr>
          <a:xfrm>
            <a:off x="4108125" y="1700175"/>
            <a:ext cx="875700" cy="875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13" name="Google Shape;4713;p42" title="git.png"/>
          <p:cNvPicPr preferRelativeResize="0"/>
          <p:nvPr/>
        </p:nvPicPr>
        <p:blipFill>
          <a:blip r:embed="rId3">
            <a:alphaModFix/>
          </a:blip>
          <a:stretch>
            <a:fillRect/>
          </a:stretch>
        </p:blipFill>
        <p:spPr>
          <a:xfrm>
            <a:off x="2049750" y="1858950"/>
            <a:ext cx="572700" cy="572700"/>
          </a:xfrm>
          <a:prstGeom prst="rect">
            <a:avLst/>
          </a:prstGeom>
          <a:noFill/>
          <a:ln>
            <a:noFill/>
          </a:ln>
        </p:spPr>
      </p:pic>
      <p:pic>
        <p:nvPicPr>
          <p:cNvPr id="4714" name="Google Shape;4714;p42"/>
          <p:cNvPicPr preferRelativeResize="0"/>
          <p:nvPr/>
        </p:nvPicPr>
        <p:blipFill>
          <a:blip r:embed="rId4">
            <a:alphaModFix/>
          </a:blip>
          <a:stretch>
            <a:fillRect/>
          </a:stretch>
        </p:blipFill>
        <p:spPr>
          <a:xfrm>
            <a:off x="4233650" y="1806950"/>
            <a:ext cx="676700" cy="676700"/>
          </a:xfrm>
          <a:prstGeom prst="rect">
            <a:avLst/>
          </a:prstGeom>
          <a:noFill/>
          <a:ln>
            <a:noFill/>
          </a:ln>
        </p:spPr>
      </p:pic>
      <p:sp>
        <p:nvSpPr>
          <p:cNvPr id="4715" name="Google Shape;4715;p42"/>
          <p:cNvSpPr/>
          <p:nvPr/>
        </p:nvSpPr>
        <p:spPr>
          <a:xfrm>
            <a:off x="6317950" y="1707460"/>
            <a:ext cx="875700" cy="875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16" name="Google Shape;4716;p42"/>
          <p:cNvGrpSpPr/>
          <p:nvPr/>
        </p:nvGrpSpPr>
        <p:grpSpPr>
          <a:xfrm>
            <a:off x="6469510" y="1858881"/>
            <a:ext cx="572703" cy="572835"/>
            <a:chOff x="775325" y="4143525"/>
            <a:chExt cx="468776" cy="468884"/>
          </a:xfrm>
        </p:grpSpPr>
        <p:sp>
          <p:nvSpPr>
            <p:cNvPr id="4717" name="Google Shape;4717;p42"/>
            <p:cNvSpPr/>
            <p:nvPr/>
          </p:nvSpPr>
          <p:spPr>
            <a:xfrm>
              <a:off x="851953" y="4143525"/>
              <a:ext cx="392147" cy="390479"/>
            </a:xfrm>
            <a:custGeom>
              <a:rect b="b" l="l" r="r" t="t"/>
              <a:pathLst>
                <a:path extrusionOk="0" h="36273" w="36428">
                  <a:moveTo>
                    <a:pt x="31907" y="5435"/>
                  </a:moveTo>
                  <a:lnTo>
                    <a:pt x="20788" y="22612"/>
                  </a:lnTo>
                  <a:lnTo>
                    <a:pt x="18511" y="26131"/>
                  </a:lnTo>
                  <a:lnTo>
                    <a:pt x="8884" y="28458"/>
                  </a:lnTo>
                  <a:lnTo>
                    <a:pt x="31907" y="5435"/>
                  </a:lnTo>
                  <a:close/>
                  <a:moveTo>
                    <a:pt x="35713" y="94"/>
                  </a:moveTo>
                  <a:cubicBezTo>
                    <a:pt x="35665" y="94"/>
                    <a:pt x="35615" y="100"/>
                    <a:pt x="35565" y="112"/>
                  </a:cubicBezTo>
                  <a:lnTo>
                    <a:pt x="35564" y="112"/>
                  </a:lnTo>
                  <a:cubicBezTo>
                    <a:pt x="35555" y="114"/>
                    <a:pt x="36041" y="1"/>
                    <a:pt x="660" y="8270"/>
                  </a:cubicBezTo>
                  <a:cubicBezTo>
                    <a:pt x="169" y="8385"/>
                    <a:pt x="0" y="8998"/>
                    <a:pt x="362" y="9348"/>
                  </a:cubicBezTo>
                  <a:lnTo>
                    <a:pt x="1592" y="10537"/>
                  </a:lnTo>
                  <a:cubicBezTo>
                    <a:pt x="1716" y="10656"/>
                    <a:pt x="1875" y="10715"/>
                    <a:pt x="2034" y="10715"/>
                  </a:cubicBezTo>
                  <a:cubicBezTo>
                    <a:pt x="2201" y="10715"/>
                    <a:pt x="2368" y="10650"/>
                    <a:pt x="2493" y="10522"/>
                  </a:cubicBezTo>
                  <a:cubicBezTo>
                    <a:pt x="2737" y="10269"/>
                    <a:pt x="2730" y="9866"/>
                    <a:pt x="2477" y="9621"/>
                  </a:cubicBezTo>
                  <a:lnTo>
                    <a:pt x="2087" y="9244"/>
                  </a:lnTo>
                  <a:lnTo>
                    <a:pt x="32295" y="2184"/>
                  </a:lnTo>
                  <a:lnTo>
                    <a:pt x="32295" y="2184"/>
                  </a:lnTo>
                  <a:lnTo>
                    <a:pt x="9830" y="16725"/>
                  </a:lnTo>
                  <a:lnTo>
                    <a:pt x="4431" y="11509"/>
                  </a:lnTo>
                  <a:cubicBezTo>
                    <a:pt x="4307" y="11389"/>
                    <a:pt x="4148" y="11330"/>
                    <a:pt x="3988" y="11330"/>
                  </a:cubicBezTo>
                  <a:cubicBezTo>
                    <a:pt x="3821" y="11330"/>
                    <a:pt x="3655" y="11395"/>
                    <a:pt x="3530" y="11524"/>
                  </a:cubicBezTo>
                  <a:cubicBezTo>
                    <a:pt x="3286" y="11777"/>
                    <a:pt x="3293" y="12180"/>
                    <a:pt x="3546" y="12423"/>
                  </a:cubicBezTo>
                  <a:lnTo>
                    <a:pt x="9046" y="17739"/>
                  </a:lnTo>
                  <a:lnTo>
                    <a:pt x="7766" y="23038"/>
                  </a:lnTo>
                  <a:cubicBezTo>
                    <a:pt x="7683" y="23379"/>
                    <a:pt x="7894" y="23723"/>
                    <a:pt x="8235" y="23806"/>
                  </a:cubicBezTo>
                  <a:cubicBezTo>
                    <a:pt x="8286" y="23818"/>
                    <a:pt x="8336" y="23824"/>
                    <a:pt x="8385" y="23824"/>
                  </a:cubicBezTo>
                  <a:cubicBezTo>
                    <a:pt x="8673" y="23824"/>
                    <a:pt x="8933" y="23628"/>
                    <a:pt x="9004" y="23337"/>
                  </a:cubicBezTo>
                  <a:lnTo>
                    <a:pt x="10311" y="17931"/>
                  </a:lnTo>
                  <a:lnTo>
                    <a:pt x="13829" y="15653"/>
                  </a:lnTo>
                  <a:lnTo>
                    <a:pt x="31005" y="4534"/>
                  </a:lnTo>
                  <a:lnTo>
                    <a:pt x="7983" y="27557"/>
                  </a:lnTo>
                  <a:lnTo>
                    <a:pt x="8365" y="25976"/>
                  </a:lnTo>
                  <a:cubicBezTo>
                    <a:pt x="8448" y="25634"/>
                    <a:pt x="8238" y="25290"/>
                    <a:pt x="7896" y="25208"/>
                  </a:cubicBezTo>
                  <a:cubicBezTo>
                    <a:pt x="7846" y="25195"/>
                    <a:pt x="7795" y="25190"/>
                    <a:pt x="7746" y="25190"/>
                  </a:cubicBezTo>
                  <a:cubicBezTo>
                    <a:pt x="7458" y="25190"/>
                    <a:pt x="7199" y="25385"/>
                    <a:pt x="7128" y="25677"/>
                  </a:cubicBezTo>
                  <a:lnTo>
                    <a:pt x="6213" y="29459"/>
                  </a:lnTo>
                  <a:cubicBezTo>
                    <a:pt x="6114" y="29868"/>
                    <a:pt x="6434" y="30245"/>
                    <a:pt x="6831" y="30245"/>
                  </a:cubicBezTo>
                  <a:cubicBezTo>
                    <a:pt x="6880" y="30245"/>
                    <a:pt x="6931" y="30239"/>
                    <a:pt x="6981" y="30227"/>
                  </a:cubicBezTo>
                  <a:lnTo>
                    <a:pt x="18702" y="27394"/>
                  </a:lnTo>
                  <a:lnTo>
                    <a:pt x="27093" y="36078"/>
                  </a:lnTo>
                  <a:cubicBezTo>
                    <a:pt x="27222" y="36211"/>
                    <a:pt x="27386" y="36272"/>
                    <a:pt x="27548" y="36272"/>
                  </a:cubicBezTo>
                  <a:cubicBezTo>
                    <a:pt x="27827" y="36272"/>
                    <a:pt x="28099" y="36091"/>
                    <a:pt x="28171" y="35781"/>
                  </a:cubicBezTo>
                  <a:lnTo>
                    <a:pt x="33640" y="12387"/>
                  </a:lnTo>
                  <a:cubicBezTo>
                    <a:pt x="33719" y="12044"/>
                    <a:pt x="33506" y="11702"/>
                    <a:pt x="33164" y="11622"/>
                  </a:cubicBezTo>
                  <a:cubicBezTo>
                    <a:pt x="33115" y="11611"/>
                    <a:pt x="33067" y="11605"/>
                    <a:pt x="33018" y="11605"/>
                  </a:cubicBezTo>
                  <a:cubicBezTo>
                    <a:pt x="32729" y="11605"/>
                    <a:pt x="32467" y="11803"/>
                    <a:pt x="32399" y="12097"/>
                  </a:cubicBezTo>
                  <a:lnTo>
                    <a:pt x="27197" y="34353"/>
                  </a:lnTo>
                  <a:lnTo>
                    <a:pt x="19716" y="26610"/>
                  </a:lnTo>
                  <a:lnTo>
                    <a:pt x="34258" y="4147"/>
                  </a:lnTo>
                  <a:lnTo>
                    <a:pt x="33017" y="9453"/>
                  </a:lnTo>
                  <a:cubicBezTo>
                    <a:pt x="32938" y="9796"/>
                    <a:pt x="33150" y="10138"/>
                    <a:pt x="33492" y="10218"/>
                  </a:cubicBezTo>
                  <a:cubicBezTo>
                    <a:pt x="33541" y="10229"/>
                    <a:pt x="33590" y="10235"/>
                    <a:pt x="33638" y="10235"/>
                  </a:cubicBezTo>
                  <a:cubicBezTo>
                    <a:pt x="33927" y="10235"/>
                    <a:pt x="34189" y="10037"/>
                    <a:pt x="34256" y="9743"/>
                  </a:cubicBezTo>
                  <a:lnTo>
                    <a:pt x="36328" y="880"/>
                  </a:lnTo>
                  <a:cubicBezTo>
                    <a:pt x="36427" y="473"/>
                    <a:pt x="36107" y="94"/>
                    <a:pt x="35713" y="94"/>
                  </a:cubicBezTo>
                  <a:close/>
                </a:path>
              </a:pathLst>
            </a:custGeom>
            <a:solidFill>
              <a:srgbClr val="657E93"/>
            </a:solidFill>
            <a:ln>
              <a:noFill/>
            </a:ln>
          </p:spPr>
          <p:txBody>
            <a:bodyPr anchorCtr="0" anchor="ctr" bIns="139925" lIns="139925" spcFirstLastPara="1" rIns="139925" wrap="square" tIns="139925">
              <a:noAutofit/>
            </a:bodyPr>
            <a:lstStyle/>
            <a:p>
              <a:pPr indent="0" lvl="0" marL="0" rtl="0" algn="l">
                <a:spcBef>
                  <a:spcPts val="0"/>
                </a:spcBef>
                <a:spcAft>
                  <a:spcPts val="0"/>
                </a:spcAft>
                <a:buNone/>
              </a:pPr>
              <a:r>
                <a:t/>
              </a:r>
              <a:endParaRPr/>
            </a:p>
          </p:txBody>
        </p:sp>
        <p:sp>
          <p:nvSpPr>
            <p:cNvPr id="4718" name="Google Shape;4718;p42"/>
            <p:cNvSpPr/>
            <p:nvPr/>
          </p:nvSpPr>
          <p:spPr>
            <a:xfrm>
              <a:off x="775325" y="4505404"/>
              <a:ext cx="108339" cy="107004"/>
            </a:xfrm>
            <a:custGeom>
              <a:rect b="b" l="l" r="r" t="t"/>
              <a:pathLst>
                <a:path extrusionOk="0" h="9940" w="10064">
                  <a:moveTo>
                    <a:pt x="9365" y="0"/>
                  </a:moveTo>
                  <a:cubicBezTo>
                    <a:pt x="9202" y="0"/>
                    <a:pt x="9039" y="63"/>
                    <a:pt x="8915" y="187"/>
                  </a:cubicBezTo>
                  <a:lnTo>
                    <a:pt x="249" y="8852"/>
                  </a:lnTo>
                  <a:cubicBezTo>
                    <a:pt x="0" y="9100"/>
                    <a:pt x="0" y="9503"/>
                    <a:pt x="249" y="9753"/>
                  </a:cubicBezTo>
                  <a:cubicBezTo>
                    <a:pt x="373" y="9877"/>
                    <a:pt x="536" y="9939"/>
                    <a:pt x="699" y="9939"/>
                  </a:cubicBezTo>
                  <a:cubicBezTo>
                    <a:pt x="862" y="9939"/>
                    <a:pt x="1025" y="9877"/>
                    <a:pt x="1149" y="9753"/>
                  </a:cubicBezTo>
                  <a:lnTo>
                    <a:pt x="9816" y="1087"/>
                  </a:lnTo>
                  <a:cubicBezTo>
                    <a:pt x="10064" y="838"/>
                    <a:pt x="10064" y="435"/>
                    <a:pt x="9816" y="187"/>
                  </a:cubicBezTo>
                  <a:cubicBezTo>
                    <a:pt x="9691" y="63"/>
                    <a:pt x="9528" y="0"/>
                    <a:pt x="9365" y="0"/>
                  </a:cubicBezTo>
                  <a:close/>
                </a:path>
              </a:pathLst>
            </a:custGeom>
            <a:solidFill>
              <a:srgbClr val="657E93"/>
            </a:solidFill>
            <a:ln>
              <a:noFill/>
            </a:ln>
          </p:spPr>
          <p:txBody>
            <a:bodyPr anchorCtr="0" anchor="ctr" bIns="139925" lIns="139925" spcFirstLastPara="1" rIns="139925" wrap="square" tIns="139925">
              <a:noAutofit/>
            </a:bodyPr>
            <a:lstStyle/>
            <a:p>
              <a:pPr indent="0" lvl="0" marL="0" rtl="0" algn="l">
                <a:spcBef>
                  <a:spcPts val="0"/>
                </a:spcBef>
                <a:spcAft>
                  <a:spcPts val="0"/>
                </a:spcAft>
                <a:buNone/>
              </a:pPr>
              <a:r>
                <a:t/>
              </a:r>
              <a:endParaRPr/>
            </a:p>
          </p:txBody>
        </p:sp>
        <p:sp>
          <p:nvSpPr>
            <p:cNvPr id="4719" name="Google Shape;4719;p42"/>
            <p:cNvSpPr/>
            <p:nvPr/>
          </p:nvSpPr>
          <p:spPr>
            <a:xfrm>
              <a:off x="775325" y="4437806"/>
              <a:ext cx="75430" cy="74085"/>
            </a:xfrm>
            <a:custGeom>
              <a:rect b="b" l="l" r="r" t="t"/>
              <a:pathLst>
                <a:path extrusionOk="0" h="6882" w="7007">
                  <a:moveTo>
                    <a:pt x="6307" y="0"/>
                  </a:moveTo>
                  <a:cubicBezTo>
                    <a:pt x="6144" y="0"/>
                    <a:pt x="5981" y="62"/>
                    <a:pt x="5857" y="186"/>
                  </a:cubicBezTo>
                  <a:lnTo>
                    <a:pt x="249" y="5794"/>
                  </a:lnTo>
                  <a:cubicBezTo>
                    <a:pt x="0" y="6044"/>
                    <a:pt x="0" y="6445"/>
                    <a:pt x="249" y="6695"/>
                  </a:cubicBezTo>
                  <a:cubicBezTo>
                    <a:pt x="374" y="6819"/>
                    <a:pt x="537" y="6881"/>
                    <a:pt x="699" y="6881"/>
                  </a:cubicBezTo>
                  <a:cubicBezTo>
                    <a:pt x="862" y="6881"/>
                    <a:pt x="1025" y="6819"/>
                    <a:pt x="1149" y="6695"/>
                  </a:cubicBezTo>
                  <a:lnTo>
                    <a:pt x="6757" y="1087"/>
                  </a:lnTo>
                  <a:cubicBezTo>
                    <a:pt x="7006" y="839"/>
                    <a:pt x="7006" y="436"/>
                    <a:pt x="6757" y="186"/>
                  </a:cubicBezTo>
                  <a:cubicBezTo>
                    <a:pt x="6633" y="62"/>
                    <a:pt x="6470" y="0"/>
                    <a:pt x="6307" y="0"/>
                  </a:cubicBezTo>
                  <a:close/>
                </a:path>
              </a:pathLst>
            </a:custGeom>
            <a:solidFill>
              <a:srgbClr val="657E93"/>
            </a:solidFill>
            <a:ln>
              <a:noFill/>
            </a:ln>
          </p:spPr>
          <p:txBody>
            <a:bodyPr anchorCtr="0" anchor="ctr" bIns="139925" lIns="139925" spcFirstLastPara="1" rIns="139925" wrap="square" tIns="139925">
              <a:noAutofit/>
            </a:bodyPr>
            <a:lstStyle/>
            <a:p>
              <a:pPr indent="0" lvl="0" marL="0" rtl="0" algn="l">
                <a:spcBef>
                  <a:spcPts val="0"/>
                </a:spcBef>
                <a:spcAft>
                  <a:spcPts val="0"/>
                </a:spcAft>
                <a:buNone/>
              </a:pPr>
              <a:r>
                <a:t/>
              </a:r>
              <a:endParaRPr/>
            </a:p>
          </p:txBody>
        </p:sp>
        <p:sp>
          <p:nvSpPr>
            <p:cNvPr id="4720" name="Google Shape;4720;p42"/>
            <p:cNvSpPr/>
            <p:nvPr/>
          </p:nvSpPr>
          <p:spPr>
            <a:xfrm>
              <a:off x="875829" y="4538289"/>
              <a:ext cx="75409" cy="74085"/>
            </a:xfrm>
            <a:custGeom>
              <a:rect b="b" l="l" r="r" t="t"/>
              <a:pathLst>
                <a:path extrusionOk="0" h="6882" w="7005">
                  <a:moveTo>
                    <a:pt x="6306" y="1"/>
                  </a:moveTo>
                  <a:cubicBezTo>
                    <a:pt x="6143" y="1"/>
                    <a:pt x="5980" y="63"/>
                    <a:pt x="5856" y="188"/>
                  </a:cubicBezTo>
                  <a:lnTo>
                    <a:pt x="248" y="5795"/>
                  </a:lnTo>
                  <a:cubicBezTo>
                    <a:pt x="0" y="6044"/>
                    <a:pt x="0" y="6447"/>
                    <a:pt x="248" y="6695"/>
                  </a:cubicBezTo>
                  <a:cubicBezTo>
                    <a:pt x="372" y="6819"/>
                    <a:pt x="535" y="6882"/>
                    <a:pt x="699" y="6882"/>
                  </a:cubicBezTo>
                  <a:cubicBezTo>
                    <a:pt x="862" y="6882"/>
                    <a:pt x="1025" y="6819"/>
                    <a:pt x="1149" y="6695"/>
                  </a:cubicBezTo>
                  <a:lnTo>
                    <a:pt x="6757" y="1088"/>
                  </a:lnTo>
                  <a:cubicBezTo>
                    <a:pt x="7005" y="839"/>
                    <a:pt x="7005" y="436"/>
                    <a:pt x="6757" y="188"/>
                  </a:cubicBezTo>
                  <a:cubicBezTo>
                    <a:pt x="6632" y="63"/>
                    <a:pt x="6469" y="1"/>
                    <a:pt x="6306" y="1"/>
                  </a:cubicBezTo>
                  <a:close/>
                </a:path>
              </a:pathLst>
            </a:custGeom>
            <a:solidFill>
              <a:srgbClr val="657E93"/>
            </a:solidFill>
            <a:ln>
              <a:noFill/>
            </a:ln>
          </p:spPr>
          <p:txBody>
            <a:bodyPr anchorCtr="0" anchor="ctr" bIns="139925" lIns="139925" spcFirstLastPara="1" rIns="139925" wrap="square" tIns="1399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24" name="Shape 4724"/>
        <p:cNvGrpSpPr/>
        <p:nvPr/>
      </p:nvGrpSpPr>
      <p:grpSpPr>
        <a:xfrm>
          <a:off x="0" y="0"/>
          <a:ext cx="0" cy="0"/>
          <a:chOff x="0" y="0"/>
          <a:chExt cx="0" cy="0"/>
        </a:xfrm>
      </p:grpSpPr>
      <p:sp>
        <p:nvSpPr>
          <p:cNvPr id="4725" name="Google Shape;4725;p43"/>
          <p:cNvSpPr txBox="1"/>
          <p:nvPr>
            <p:ph idx="4294967295" type="title"/>
          </p:nvPr>
        </p:nvSpPr>
        <p:spPr>
          <a:xfrm>
            <a:off x="740550" y="689450"/>
            <a:ext cx="7662900" cy="693900"/>
          </a:xfrm>
          <a:prstGeom prst="rect">
            <a:avLst/>
          </a:prstGeom>
          <a:solidFill>
            <a:srgbClr val="FF9900"/>
          </a:solidFill>
        </p:spPr>
        <p:txBody>
          <a:bodyPr anchorCtr="0" anchor="t" bIns="91425" lIns="91425" spcFirstLastPara="1" rIns="91425" wrap="square" tIns="91425">
            <a:noAutofit/>
          </a:bodyPr>
          <a:lstStyle/>
          <a:p>
            <a:pPr indent="0" lvl="0" marL="0" rtl="0" algn="ctr">
              <a:spcBef>
                <a:spcPts val="0"/>
              </a:spcBef>
              <a:spcAft>
                <a:spcPts val="0"/>
              </a:spcAft>
              <a:buNone/>
            </a:pPr>
            <a:r>
              <a:rPr lang="en"/>
              <a:t>What did I change?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9" name="Shape 4729"/>
        <p:cNvGrpSpPr/>
        <p:nvPr/>
      </p:nvGrpSpPr>
      <p:grpSpPr>
        <a:xfrm>
          <a:off x="0" y="0"/>
          <a:ext cx="0" cy="0"/>
          <a:chOff x="0" y="0"/>
          <a:chExt cx="0" cy="0"/>
        </a:xfrm>
      </p:grpSpPr>
      <p:sp>
        <p:nvSpPr>
          <p:cNvPr id="4730" name="Google Shape;4730;p44"/>
          <p:cNvSpPr txBox="1"/>
          <p:nvPr>
            <p:ph type="title"/>
          </p:nvPr>
        </p:nvSpPr>
        <p:spPr>
          <a:xfrm>
            <a:off x="720000" y="511856"/>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To know that you can use:</a:t>
            </a:r>
            <a:endParaRPr/>
          </a:p>
        </p:txBody>
      </p:sp>
      <p:sp>
        <p:nvSpPr>
          <p:cNvPr id="4731" name="Google Shape;4731;p44"/>
          <p:cNvSpPr txBox="1"/>
          <p:nvPr>
            <p:ph idx="3" type="subTitle"/>
          </p:nvPr>
        </p:nvSpPr>
        <p:spPr>
          <a:xfrm>
            <a:off x="729250" y="1980500"/>
            <a:ext cx="2072100" cy="161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Used to display information about each file if it is modified or not or at the staging area,</a:t>
            </a:r>
            <a:endParaRPr/>
          </a:p>
          <a:p>
            <a:pPr indent="0" lvl="0" marL="0" rtl="0" algn="l">
              <a:spcBef>
                <a:spcPts val="0"/>
              </a:spcBef>
              <a:spcAft>
                <a:spcPts val="0"/>
              </a:spcAft>
              <a:buNone/>
            </a:pPr>
            <a:r>
              <a:t/>
            </a:r>
            <a:endParaRPr/>
          </a:p>
        </p:txBody>
      </p:sp>
      <p:sp>
        <p:nvSpPr>
          <p:cNvPr id="4732" name="Google Shape;4732;p44"/>
          <p:cNvSpPr txBox="1"/>
          <p:nvPr>
            <p:ph idx="4" type="subTitle"/>
          </p:nvPr>
        </p:nvSpPr>
        <p:spPr>
          <a:xfrm>
            <a:off x="6332025" y="1980500"/>
            <a:ext cx="2165700" cy="161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Used to display commit history.</a:t>
            </a:r>
            <a:endParaRPr/>
          </a:p>
          <a:p>
            <a:pPr indent="0" lvl="0" marL="0" rtl="0" algn="r">
              <a:spcBef>
                <a:spcPts val="0"/>
              </a:spcBef>
              <a:spcAft>
                <a:spcPts val="0"/>
              </a:spcAft>
              <a:buNone/>
            </a:pPr>
            <a:r>
              <a:t/>
            </a:r>
            <a:endParaRPr/>
          </a:p>
        </p:txBody>
      </p:sp>
      <p:sp>
        <p:nvSpPr>
          <p:cNvPr id="4733" name="Google Shape;4733;p44"/>
          <p:cNvSpPr txBox="1"/>
          <p:nvPr>
            <p:ph idx="1" type="subTitle"/>
          </p:nvPr>
        </p:nvSpPr>
        <p:spPr>
          <a:xfrm>
            <a:off x="729250" y="1681525"/>
            <a:ext cx="2374800" cy="42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 status</a:t>
            </a:r>
            <a:endParaRPr/>
          </a:p>
        </p:txBody>
      </p:sp>
      <p:sp>
        <p:nvSpPr>
          <p:cNvPr id="4734" name="Google Shape;4734;p44"/>
          <p:cNvSpPr txBox="1"/>
          <p:nvPr>
            <p:ph idx="2" type="subTitle"/>
          </p:nvPr>
        </p:nvSpPr>
        <p:spPr>
          <a:xfrm>
            <a:off x="6332022" y="1681525"/>
            <a:ext cx="2072100" cy="42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 log</a:t>
            </a:r>
            <a:endParaRPr/>
          </a:p>
        </p:txBody>
      </p:sp>
      <p:pic>
        <p:nvPicPr>
          <p:cNvPr descr="a cartoon penguin is reading a book with a pen in its beak (Provided by Tenor)" id="4735" name="Google Shape;4735;p44"/>
          <p:cNvPicPr preferRelativeResize="0"/>
          <p:nvPr/>
        </p:nvPicPr>
        <p:blipFill>
          <a:blip r:embed="rId3">
            <a:alphaModFix/>
          </a:blip>
          <a:stretch>
            <a:fillRect/>
          </a:stretch>
        </p:blipFill>
        <p:spPr>
          <a:xfrm>
            <a:off x="3419450" y="2710288"/>
            <a:ext cx="2591813" cy="259181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9" name="Shape 4739"/>
        <p:cNvGrpSpPr/>
        <p:nvPr/>
      </p:nvGrpSpPr>
      <p:grpSpPr>
        <a:xfrm>
          <a:off x="0" y="0"/>
          <a:ext cx="0" cy="0"/>
          <a:chOff x="0" y="0"/>
          <a:chExt cx="0" cy="0"/>
        </a:xfrm>
      </p:grpSpPr>
      <p:sp>
        <p:nvSpPr>
          <p:cNvPr id="4740" name="Google Shape;4740;p45"/>
          <p:cNvSpPr txBox="1"/>
          <p:nvPr>
            <p:ph idx="1" type="body"/>
          </p:nvPr>
        </p:nvSpPr>
        <p:spPr>
          <a:xfrm>
            <a:off x="726450" y="1907375"/>
            <a:ext cx="6379800" cy="2565300"/>
          </a:xfrm>
          <a:prstGeom prst="rect">
            <a:avLst/>
          </a:prstGeom>
        </p:spPr>
        <p:txBody>
          <a:bodyPr anchorCtr="0" anchor="t" bIns="91425" lIns="91425" spcFirstLastPara="1" rIns="91425" wrap="square" tIns="91425">
            <a:noAutofit/>
          </a:bodyPr>
          <a:lstStyle/>
          <a:p>
            <a:pPr indent="-215900" lvl="0" marL="241300" rtl="0" algn="l">
              <a:spcBef>
                <a:spcPts val="0"/>
              </a:spcBef>
              <a:spcAft>
                <a:spcPts val="0"/>
              </a:spcAft>
              <a:buSzPts val="1400"/>
              <a:buChar char="●"/>
            </a:pPr>
            <a:r>
              <a:rPr lang="en"/>
              <a:t>Config your git.</a:t>
            </a:r>
            <a:endParaRPr/>
          </a:p>
          <a:p>
            <a:pPr indent="-215900" lvl="0" marL="241300" rtl="0" algn="l">
              <a:spcBef>
                <a:spcPts val="1600"/>
              </a:spcBef>
              <a:spcAft>
                <a:spcPts val="0"/>
              </a:spcAft>
              <a:buSzPts val="1400"/>
              <a:buChar char="●"/>
            </a:pPr>
            <a:r>
              <a:rPr lang="en"/>
              <a:t>Create a new git </a:t>
            </a:r>
            <a:r>
              <a:rPr lang="en"/>
              <a:t>repository</a:t>
            </a:r>
            <a:r>
              <a:rPr lang="en"/>
              <a:t> called “ST-project”</a:t>
            </a:r>
            <a:endParaRPr/>
          </a:p>
          <a:p>
            <a:pPr indent="-215900" lvl="0" marL="241300" rtl="0" algn="l">
              <a:spcBef>
                <a:spcPts val="1600"/>
              </a:spcBef>
              <a:spcAft>
                <a:spcPts val="0"/>
              </a:spcAft>
              <a:buSzPts val="1400"/>
              <a:buChar char="●"/>
            </a:pPr>
            <a:r>
              <a:rPr lang="en"/>
              <a:t>Create a c++ main file that print “Hello world”, and use git status to check its status.</a:t>
            </a:r>
            <a:endParaRPr/>
          </a:p>
          <a:p>
            <a:pPr indent="-215900" lvl="0" marL="241300" rtl="0" algn="l">
              <a:spcBef>
                <a:spcPts val="1600"/>
              </a:spcBef>
              <a:spcAft>
                <a:spcPts val="0"/>
              </a:spcAft>
              <a:buSzPts val="1400"/>
              <a:buChar char="●"/>
            </a:pPr>
            <a:r>
              <a:rPr lang="en"/>
              <a:t>Add main.cpp to your staging area, and u</a:t>
            </a:r>
            <a:r>
              <a:rPr lang="en"/>
              <a:t>se git status to check its status.</a:t>
            </a:r>
            <a:endParaRPr/>
          </a:p>
          <a:p>
            <a:pPr indent="-215900" lvl="0" marL="241300" rtl="0" algn="l">
              <a:spcBef>
                <a:spcPts val="1600"/>
              </a:spcBef>
              <a:spcAft>
                <a:spcPts val="0"/>
              </a:spcAft>
              <a:buSzPts val="1400"/>
              <a:buChar char="●"/>
            </a:pPr>
            <a:r>
              <a:rPr lang="en"/>
              <a:t>Commit your changes with a suitable massage, and use git status to check its status.</a:t>
            </a:r>
            <a:endParaRPr/>
          </a:p>
          <a:p>
            <a:pPr indent="-215900" lvl="0" marL="241300" rtl="0" algn="l">
              <a:spcBef>
                <a:spcPts val="1600"/>
              </a:spcBef>
              <a:spcAft>
                <a:spcPts val="0"/>
              </a:spcAft>
              <a:buSzPts val="1400"/>
              <a:buChar char="●"/>
            </a:pPr>
            <a:r>
              <a:rPr lang="en"/>
              <a:t>Use git log to display the past commits.</a:t>
            </a:r>
            <a:endParaRPr/>
          </a:p>
          <a:p>
            <a:pPr indent="0" lvl="0" marL="0" rtl="0" algn="l">
              <a:spcBef>
                <a:spcPts val="1600"/>
              </a:spcBef>
              <a:spcAft>
                <a:spcPts val="1600"/>
              </a:spcAft>
              <a:buNone/>
            </a:pPr>
            <a:r>
              <a:t/>
            </a:r>
            <a:endParaRPr/>
          </a:p>
        </p:txBody>
      </p:sp>
      <p:sp>
        <p:nvSpPr>
          <p:cNvPr id="4741" name="Google Shape;4741;p45"/>
          <p:cNvSpPr txBox="1"/>
          <p:nvPr>
            <p:ph type="title"/>
          </p:nvPr>
        </p:nvSpPr>
        <p:spPr>
          <a:xfrm>
            <a:off x="720000" y="930332"/>
            <a:ext cx="2952600" cy="99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Hands-on 1</a:t>
            </a:r>
            <a:endParaRPr/>
          </a:p>
        </p:txBody>
      </p:sp>
      <p:pic>
        <p:nvPicPr>
          <p:cNvPr descr="a blue and white penguin is writing with a feather (Provided by Tenor)" id="4742" name="Google Shape;4742;p45"/>
          <p:cNvPicPr preferRelativeResize="0"/>
          <p:nvPr/>
        </p:nvPicPr>
        <p:blipFill>
          <a:blip r:embed="rId3">
            <a:alphaModFix/>
          </a:blip>
          <a:stretch>
            <a:fillRect/>
          </a:stretch>
        </p:blipFill>
        <p:spPr>
          <a:xfrm>
            <a:off x="7462375" y="0"/>
            <a:ext cx="1732950" cy="1732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6" name="Shape 4746"/>
        <p:cNvGrpSpPr/>
        <p:nvPr/>
      </p:nvGrpSpPr>
      <p:grpSpPr>
        <a:xfrm>
          <a:off x="0" y="0"/>
          <a:ext cx="0" cy="0"/>
          <a:chOff x="0" y="0"/>
          <a:chExt cx="0" cy="0"/>
        </a:xfrm>
      </p:grpSpPr>
      <p:sp>
        <p:nvSpPr>
          <p:cNvPr id="4747" name="Google Shape;4747;p46"/>
          <p:cNvSpPr txBox="1"/>
          <p:nvPr>
            <p:ph idx="1" type="subTitle"/>
          </p:nvPr>
        </p:nvSpPr>
        <p:spPr>
          <a:xfrm>
            <a:off x="2159175" y="2696375"/>
            <a:ext cx="3636900" cy="33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Difference between git &amp; github</a:t>
            </a:r>
            <a:endParaRPr/>
          </a:p>
        </p:txBody>
      </p:sp>
      <p:sp>
        <p:nvSpPr>
          <p:cNvPr id="4748" name="Google Shape;4748;p46"/>
          <p:cNvSpPr txBox="1"/>
          <p:nvPr>
            <p:ph type="title"/>
          </p:nvPr>
        </p:nvSpPr>
        <p:spPr>
          <a:xfrm>
            <a:off x="2171700" y="1442725"/>
            <a:ext cx="3502800" cy="138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Github</a:t>
            </a:r>
            <a:endParaRPr/>
          </a:p>
        </p:txBody>
      </p:sp>
      <p:sp>
        <p:nvSpPr>
          <p:cNvPr id="4749" name="Google Shape;4749;p46"/>
          <p:cNvSpPr txBox="1"/>
          <p:nvPr>
            <p:ph idx="2" type="title"/>
          </p:nvPr>
        </p:nvSpPr>
        <p:spPr>
          <a:xfrm>
            <a:off x="725475" y="1608138"/>
            <a:ext cx="1268400" cy="1269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pic>
        <p:nvPicPr>
          <p:cNvPr descr="a silhouette of a cat with a tail in a black circle (Provided by Tenor)" id="4750" name="Google Shape;4750;p46"/>
          <p:cNvPicPr preferRelativeResize="0"/>
          <p:nvPr/>
        </p:nvPicPr>
        <p:blipFill>
          <a:blip r:embed="rId3">
            <a:alphaModFix/>
          </a:blip>
          <a:stretch>
            <a:fillRect/>
          </a:stretch>
        </p:blipFill>
        <p:spPr>
          <a:xfrm>
            <a:off x="5796075" y="1806800"/>
            <a:ext cx="3043125" cy="3043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4" name="Shape 4754"/>
        <p:cNvGrpSpPr/>
        <p:nvPr/>
      </p:nvGrpSpPr>
      <p:grpSpPr>
        <a:xfrm>
          <a:off x="0" y="0"/>
          <a:ext cx="0" cy="0"/>
          <a:chOff x="0" y="0"/>
          <a:chExt cx="0" cy="0"/>
        </a:xfrm>
      </p:grpSpPr>
      <p:sp>
        <p:nvSpPr>
          <p:cNvPr id="4755" name="Google Shape;4755;p47"/>
          <p:cNvSpPr txBox="1"/>
          <p:nvPr>
            <p:ph idx="1" type="body"/>
          </p:nvPr>
        </p:nvSpPr>
        <p:spPr>
          <a:xfrm>
            <a:off x="726450" y="1907375"/>
            <a:ext cx="4015200" cy="215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t>Github is an online platform that allow you to share Git </a:t>
            </a:r>
            <a:r>
              <a:rPr lang="en"/>
              <a:t>repositories</a:t>
            </a:r>
            <a:r>
              <a:rPr lang="en"/>
              <a:t>.</a:t>
            </a:r>
            <a:endParaRPr/>
          </a:p>
          <a:p>
            <a:pPr indent="0" lvl="0" marL="0" rtl="0" algn="l">
              <a:spcBef>
                <a:spcPts val="1600"/>
              </a:spcBef>
              <a:spcAft>
                <a:spcPts val="0"/>
              </a:spcAft>
              <a:buClr>
                <a:srgbClr val="273D40"/>
              </a:buClr>
              <a:buSzPts val="600"/>
              <a:buFont typeface="Arial"/>
              <a:buNone/>
            </a:pPr>
            <a:r>
              <a:rPr lang="en"/>
              <a:t>Allow you to collaborate with your team and work at the same Git </a:t>
            </a:r>
            <a:r>
              <a:rPr lang="en"/>
              <a:t>repository</a:t>
            </a:r>
            <a:r>
              <a:rPr lang="en"/>
              <a:t> online.</a:t>
            </a:r>
            <a:endParaRPr/>
          </a:p>
          <a:p>
            <a:pPr indent="0" lvl="0" marL="0" rtl="0" algn="l">
              <a:spcBef>
                <a:spcPts val="1600"/>
              </a:spcBef>
              <a:spcAft>
                <a:spcPts val="1600"/>
              </a:spcAft>
              <a:buClr>
                <a:srgbClr val="273D40"/>
              </a:buClr>
              <a:buSzPts val="600"/>
              <a:buFont typeface="Arial"/>
              <a:buNone/>
            </a:pPr>
            <a:r>
              <a:rPr lang="en"/>
              <a:t>An extra stage is added to publish the changes into the online repository,</a:t>
            </a:r>
            <a:endParaRPr/>
          </a:p>
        </p:txBody>
      </p:sp>
      <p:sp>
        <p:nvSpPr>
          <p:cNvPr id="4756" name="Google Shape;4756;p47"/>
          <p:cNvSpPr txBox="1"/>
          <p:nvPr>
            <p:ph type="title"/>
          </p:nvPr>
        </p:nvSpPr>
        <p:spPr>
          <a:xfrm>
            <a:off x="720000" y="930325"/>
            <a:ext cx="3364800" cy="99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Github</a:t>
            </a:r>
            <a:endParaRPr/>
          </a:p>
        </p:txBody>
      </p:sp>
      <p:pic>
        <p:nvPicPr>
          <p:cNvPr descr="a blue and white penguin with a yellow beak is standing on a white background (Provided by Tenor)" id="4757" name="Google Shape;4757;p47"/>
          <p:cNvPicPr preferRelativeResize="0"/>
          <p:nvPr/>
        </p:nvPicPr>
        <p:blipFill>
          <a:blip r:embed="rId3">
            <a:alphaModFix/>
          </a:blip>
          <a:stretch>
            <a:fillRect/>
          </a:stretch>
        </p:blipFill>
        <p:spPr>
          <a:xfrm>
            <a:off x="5573275" y="930325"/>
            <a:ext cx="2857500" cy="2857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1" name="Shape 4761"/>
        <p:cNvGrpSpPr/>
        <p:nvPr/>
      </p:nvGrpSpPr>
      <p:grpSpPr>
        <a:xfrm>
          <a:off x="0" y="0"/>
          <a:ext cx="0" cy="0"/>
          <a:chOff x="0" y="0"/>
          <a:chExt cx="0" cy="0"/>
        </a:xfrm>
      </p:grpSpPr>
      <p:sp>
        <p:nvSpPr>
          <p:cNvPr id="4762" name="Google Shape;4762;p48"/>
          <p:cNvSpPr txBox="1"/>
          <p:nvPr>
            <p:ph type="title"/>
          </p:nvPr>
        </p:nvSpPr>
        <p:spPr>
          <a:xfrm>
            <a:off x="720000" y="511856"/>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 </a:t>
            </a:r>
            <a:r>
              <a:rPr lang="en"/>
              <a:t>What’s</a:t>
            </a:r>
            <a:r>
              <a:rPr lang="en"/>
              <a:t> new?</a:t>
            </a:r>
            <a:endParaRPr/>
          </a:p>
        </p:txBody>
      </p:sp>
      <p:sp>
        <p:nvSpPr>
          <p:cNvPr id="4763" name="Google Shape;4763;p48"/>
          <p:cNvSpPr txBox="1"/>
          <p:nvPr>
            <p:ph idx="3" type="subTitle"/>
          </p:nvPr>
        </p:nvSpPr>
        <p:spPr>
          <a:xfrm>
            <a:off x="729250" y="1980500"/>
            <a:ext cx="2072100" cy="161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Used to clone a online repository into your device.</a:t>
            </a:r>
            <a:endParaRPr/>
          </a:p>
        </p:txBody>
      </p:sp>
      <p:sp>
        <p:nvSpPr>
          <p:cNvPr id="4764" name="Google Shape;4764;p48"/>
          <p:cNvSpPr txBox="1"/>
          <p:nvPr>
            <p:ph idx="4" type="subTitle"/>
          </p:nvPr>
        </p:nvSpPr>
        <p:spPr>
          <a:xfrm>
            <a:off x="6332025" y="1980500"/>
            <a:ext cx="2165700" cy="161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git pull, u</a:t>
            </a:r>
            <a:r>
              <a:rPr lang="en"/>
              <a:t>sed to fetch the online repository and download it’s new commits into your device.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git push, used to submit your new commits into the online repository.</a:t>
            </a:r>
            <a:endParaRPr/>
          </a:p>
          <a:p>
            <a:pPr indent="0" lvl="0" marL="0" rtl="0" algn="r">
              <a:spcBef>
                <a:spcPts val="0"/>
              </a:spcBef>
              <a:spcAft>
                <a:spcPts val="0"/>
              </a:spcAft>
              <a:buNone/>
            </a:pPr>
            <a:r>
              <a:t/>
            </a:r>
            <a:endParaRPr/>
          </a:p>
        </p:txBody>
      </p:sp>
      <p:sp>
        <p:nvSpPr>
          <p:cNvPr id="4765" name="Google Shape;4765;p48"/>
          <p:cNvSpPr txBox="1"/>
          <p:nvPr>
            <p:ph idx="1" type="subTitle"/>
          </p:nvPr>
        </p:nvSpPr>
        <p:spPr>
          <a:xfrm>
            <a:off x="729250" y="1681525"/>
            <a:ext cx="2374800" cy="42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 clone url</a:t>
            </a:r>
            <a:endParaRPr/>
          </a:p>
        </p:txBody>
      </p:sp>
      <p:sp>
        <p:nvSpPr>
          <p:cNvPr id="4766" name="Google Shape;4766;p48"/>
          <p:cNvSpPr txBox="1"/>
          <p:nvPr>
            <p:ph idx="2" type="subTitle"/>
          </p:nvPr>
        </p:nvSpPr>
        <p:spPr>
          <a:xfrm>
            <a:off x="6332022" y="1681525"/>
            <a:ext cx="2072100" cy="42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git pull</a:t>
            </a:r>
            <a:endParaRPr/>
          </a:p>
          <a:p>
            <a:pPr indent="0" lvl="0" marL="0" rtl="0" algn="l">
              <a:spcBef>
                <a:spcPts val="0"/>
              </a:spcBef>
              <a:spcAft>
                <a:spcPts val="0"/>
              </a:spcAft>
              <a:buNone/>
            </a:pPr>
            <a:r>
              <a:rPr lang="en"/>
              <a:t>git push</a:t>
            </a:r>
            <a:endParaRPr/>
          </a:p>
        </p:txBody>
      </p:sp>
      <p:pic>
        <p:nvPicPr>
          <p:cNvPr descr="a blue penguin is pushing a door with the word push behind him (Provided by Tenor)" id="4767" name="Google Shape;4767;p48"/>
          <p:cNvPicPr preferRelativeResize="0"/>
          <p:nvPr/>
        </p:nvPicPr>
        <p:blipFill>
          <a:blip r:embed="rId3">
            <a:alphaModFix/>
          </a:blip>
          <a:stretch>
            <a:fillRect/>
          </a:stretch>
        </p:blipFill>
        <p:spPr>
          <a:xfrm>
            <a:off x="3489438" y="1560251"/>
            <a:ext cx="2457200" cy="2457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1" name="Shape 4771"/>
        <p:cNvGrpSpPr/>
        <p:nvPr/>
      </p:nvGrpSpPr>
      <p:grpSpPr>
        <a:xfrm>
          <a:off x="0" y="0"/>
          <a:ext cx="0" cy="0"/>
          <a:chOff x="0" y="0"/>
          <a:chExt cx="0" cy="0"/>
        </a:xfrm>
      </p:grpSpPr>
      <p:sp>
        <p:nvSpPr>
          <p:cNvPr id="4772" name="Google Shape;4772;p49"/>
          <p:cNvSpPr txBox="1"/>
          <p:nvPr>
            <p:ph idx="1" type="body"/>
          </p:nvPr>
        </p:nvSpPr>
        <p:spPr>
          <a:xfrm>
            <a:off x="726450" y="1907375"/>
            <a:ext cx="6379800" cy="2565300"/>
          </a:xfrm>
          <a:prstGeom prst="rect">
            <a:avLst/>
          </a:prstGeom>
        </p:spPr>
        <p:txBody>
          <a:bodyPr anchorCtr="0" anchor="t" bIns="91425" lIns="91425" spcFirstLastPara="1" rIns="91425" wrap="square" tIns="91425">
            <a:noAutofit/>
          </a:bodyPr>
          <a:lstStyle/>
          <a:p>
            <a:pPr indent="-215900" lvl="0" marL="241300" rtl="0" algn="l">
              <a:spcBef>
                <a:spcPts val="0"/>
              </a:spcBef>
              <a:spcAft>
                <a:spcPts val="0"/>
              </a:spcAft>
              <a:buSzPts val="1400"/>
              <a:buChar char="●"/>
            </a:pPr>
            <a:r>
              <a:rPr lang="en"/>
              <a:t>Create a Github account and </a:t>
            </a:r>
            <a:r>
              <a:rPr lang="en"/>
              <a:t>login</a:t>
            </a:r>
            <a:r>
              <a:rPr lang="en"/>
              <a:t> into github.com</a:t>
            </a:r>
            <a:endParaRPr/>
          </a:p>
          <a:p>
            <a:pPr indent="-215900" lvl="0" marL="241300" rtl="0" algn="l">
              <a:spcBef>
                <a:spcPts val="1600"/>
              </a:spcBef>
              <a:spcAft>
                <a:spcPts val="0"/>
              </a:spcAft>
              <a:buSzPts val="1400"/>
              <a:buChar char="●"/>
            </a:pPr>
            <a:r>
              <a:rPr lang="en"/>
              <a:t>Create a new repository Called “Ibrahim-Yasser” for example (use your name).</a:t>
            </a:r>
            <a:endParaRPr/>
          </a:p>
          <a:p>
            <a:pPr indent="-215900" lvl="0" marL="241300" rtl="0" algn="l">
              <a:spcBef>
                <a:spcPts val="1600"/>
              </a:spcBef>
              <a:spcAft>
                <a:spcPts val="0"/>
              </a:spcAft>
              <a:buSzPts val="1400"/>
              <a:buChar char="●"/>
            </a:pPr>
            <a:r>
              <a:rPr lang="en"/>
              <a:t>Clone this repository into your device.</a:t>
            </a:r>
            <a:endParaRPr/>
          </a:p>
          <a:p>
            <a:pPr indent="-215900" lvl="0" marL="241300" rtl="0" algn="l">
              <a:spcBef>
                <a:spcPts val="1600"/>
              </a:spcBef>
              <a:spcAft>
                <a:spcPts val="0"/>
              </a:spcAft>
              <a:buSzPts val="1400"/>
              <a:buChar char="●"/>
            </a:pPr>
            <a:r>
              <a:rPr lang="en"/>
              <a:t>Create a file called “ID.txt” and write your university ID inside.</a:t>
            </a:r>
            <a:endParaRPr/>
          </a:p>
          <a:p>
            <a:pPr indent="-215900" lvl="0" marL="241300" rtl="0" algn="l">
              <a:spcBef>
                <a:spcPts val="1600"/>
              </a:spcBef>
              <a:spcAft>
                <a:spcPts val="0"/>
              </a:spcAft>
              <a:buSzPts val="1400"/>
              <a:buChar char="●"/>
            </a:pPr>
            <a:r>
              <a:rPr lang="en"/>
              <a:t>Submit your work into the online repository at github and check from the browser.</a:t>
            </a:r>
            <a:endParaRPr/>
          </a:p>
          <a:p>
            <a:pPr indent="0" lvl="0" marL="0" rtl="0" algn="l">
              <a:spcBef>
                <a:spcPts val="1600"/>
              </a:spcBef>
              <a:spcAft>
                <a:spcPts val="1600"/>
              </a:spcAft>
              <a:buNone/>
            </a:pPr>
            <a:r>
              <a:t/>
            </a:r>
            <a:endParaRPr/>
          </a:p>
        </p:txBody>
      </p:sp>
      <p:sp>
        <p:nvSpPr>
          <p:cNvPr id="4773" name="Google Shape;4773;p49"/>
          <p:cNvSpPr txBox="1"/>
          <p:nvPr>
            <p:ph type="title"/>
          </p:nvPr>
        </p:nvSpPr>
        <p:spPr>
          <a:xfrm>
            <a:off x="720000" y="930332"/>
            <a:ext cx="2952600" cy="99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Hands-on 2</a:t>
            </a:r>
            <a:endParaRPr/>
          </a:p>
        </p:txBody>
      </p:sp>
      <p:pic>
        <p:nvPicPr>
          <p:cNvPr descr="a blue and white penguin is playing with a soccer ball (Provided by Tenor)" id="4774" name="Google Shape;4774;p49"/>
          <p:cNvPicPr preferRelativeResize="0"/>
          <p:nvPr/>
        </p:nvPicPr>
        <p:blipFill>
          <a:blip r:embed="rId3">
            <a:alphaModFix/>
          </a:blip>
          <a:stretch>
            <a:fillRect/>
          </a:stretch>
        </p:blipFill>
        <p:spPr>
          <a:xfrm>
            <a:off x="7172450" y="-2375"/>
            <a:ext cx="1971550" cy="1971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8" name="Shape 4778"/>
        <p:cNvGrpSpPr/>
        <p:nvPr/>
      </p:nvGrpSpPr>
      <p:grpSpPr>
        <a:xfrm>
          <a:off x="0" y="0"/>
          <a:ext cx="0" cy="0"/>
          <a:chOff x="0" y="0"/>
          <a:chExt cx="0" cy="0"/>
        </a:xfrm>
      </p:grpSpPr>
      <p:sp>
        <p:nvSpPr>
          <p:cNvPr id="4779" name="Google Shape;4779;p50"/>
          <p:cNvSpPr txBox="1"/>
          <p:nvPr>
            <p:ph idx="1" type="subTitle"/>
          </p:nvPr>
        </p:nvSpPr>
        <p:spPr>
          <a:xfrm>
            <a:off x="2159175" y="2696375"/>
            <a:ext cx="3636900" cy="33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Further explanation of how to use git</a:t>
            </a:r>
            <a:endParaRPr/>
          </a:p>
        </p:txBody>
      </p:sp>
      <p:sp>
        <p:nvSpPr>
          <p:cNvPr id="4780" name="Google Shape;4780;p50"/>
          <p:cNvSpPr txBox="1"/>
          <p:nvPr>
            <p:ph type="title"/>
          </p:nvPr>
        </p:nvSpPr>
        <p:spPr>
          <a:xfrm>
            <a:off x="2171700" y="1442725"/>
            <a:ext cx="3502800" cy="138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Usage</a:t>
            </a:r>
            <a:endParaRPr/>
          </a:p>
        </p:txBody>
      </p:sp>
      <p:sp>
        <p:nvSpPr>
          <p:cNvPr id="4781" name="Google Shape;4781;p50"/>
          <p:cNvSpPr txBox="1"/>
          <p:nvPr>
            <p:ph idx="2" type="title"/>
          </p:nvPr>
        </p:nvSpPr>
        <p:spPr>
          <a:xfrm>
            <a:off x="725475" y="1608138"/>
            <a:ext cx="1268400" cy="1269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pic>
        <p:nvPicPr>
          <p:cNvPr descr="a blue and white penguin with a yellow beak is looking at the camera (Provided by Tenor)" id="4782" name="Google Shape;4782;p50"/>
          <p:cNvPicPr preferRelativeResize="0"/>
          <p:nvPr/>
        </p:nvPicPr>
        <p:blipFill>
          <a:blip r:embed="rId3">
            <a:alphaModFix/>
          </a:blip>
          <a:stretch>
            <a:fillRect/>
          </a:stretch>
        </p:blipFill>
        <p:spPr>
          <a:xfrm>
            <a:off x="6135900" y="2286000"/>
            <a:ext cx="2857500" cy="2857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6" name="Shape 4786"/>
        <p:cNvGrpSpPr/>
        <p:nvPr/>
      </p:nvGrpSpPr>
      <p:grpSpPr>
        <a:xfrm>
          <a:off x="0" y="0"/>
          <a:ext cx="0" cy="0"/>
          <a:chOff x="0" y="0"/>
          <a:chExt cx="0" cy="0"/>
        </a:xfrm>
      </p:grpSpPr>
      <p:sp>
        <p:nvSpPr>
          <p:cNvPr id="4787" name="Google Shape;4787;p51"/>
          <p:cNvSpPr txBox="1"/>
          <p:nvPr>
            <p:ph idx="1" type="body"/>
          </p:nvPr>
        </p:nvSpPr>
        <p:spPr>
          <a:xfrm>
            <a:off x="726450" y="1907375"/>
            <a:ext cx="4015200" cy="215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273D40"/>
              </a:buClr>
              <a:buSzPts val="600"/>
              <a:buFont typeface="Arial"/>
              <a:buNone/>
            </a:pPr>
            <a:r>
              <a:rPr lang="en"/>
              <a:t>Head is used to refer for the current commit you are currently working at, </a:t>
            </a:r>
            <a:r>
              <a:rPr lang="en"/>
              <a:t>usually</a:t>
            </a:r>
            <a:r>
              <a:rPr lang="en"/>
              <a:t> it’s the last commit but you can rollback using the command </a:t>
            </a:r>
            <a:r>
              <a:rPr b="1" lang="en"/>
              <a:t>git checkout “commit-hash”</a:t>
            </a:r>
            <a:endParaRPr/>
          </a:p>
          <a:p>
            <a:pPr indent="0" lvl="0" marL="0" rtl="0" algn="l">
              <a:spcBef>
                <a:spcPts val="1600"/>
              </a:spcBef>
              <a:spcAft>
                <a:spcPts val="0"/>
              </a:spcAft>
              <a:buNone/>
            </a:pPr>
            <a:r>
              <a:rPr b="1" lang="en"/>
              <a:t>Note: </a:t>
            </a:r>
            <a:r>
              <a:rPr lang="en"/>
              <a:t>commit-hash can be displayed using </a:t>
            </a:r>
            <a:endParaRPr/>
          </a:p>
          <a:p>
            <a:pPr indent="0" lvl="0" marL="0" rtl="0" algn="l">
              <a:spcBef>
                <a:spcPts val="0"/>
              </a:spcBef>
              <a:spcAft>
                <a:spcPts val="0"/>
              </a:spcAft>
              <a:buNone/>
            </a:pPr>
            <a:r>
              <a:rPr b="1" lang="en"/>
              <a:t>git log</a:t>
            </a:r>
            <a:endParaRPr b="1"/>
          </a:p>
        </p:txBody>
      </p:sp>
      <p:sp>
        <p:nvSpPr>
          <p:cNvPr id="4788" name="Google Shape;4788;p51"/>
          <p:cNvSpPr txBox="1"/>
          <p:nvPr>
            <p:ph type="title"/>
          </p:nvPr>
        </p:nvSpPr>
        <p:spPr>
          <a:xfrm>
            <a:off x="720000" y="930325"/>
            <a:ext cx="3364800" cy="99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HEAD?</a:t>
            </a:r>
            <a:endParaRPr/>
          </a:p>
        </p:txBody>
      </p:sp>
      <p:pic>
        <p:nvPicPr>
          <p:cNvPr descr="a blue arrow with a face on it is pointing to the right (Provided by Tenor)" id="4789" name="Google Shape;4789;p51"/>
          <p:cNvPicPr preferRelativeResize="0"/>
          <p:nvPr/>
        </p:nvPicPr>
        <p:blipFill>
          <a:blip r:embed="rId3">
            <a:alphaModFix/>
          </a:blip>
          <a:stretch>
            <a:fillRect/>
          </a:stretch>
        </p:blipFill>
        <p:spPr>
          <a:xfrm>
            <a:off x="4914753" y="1262100"/>
            <a:ext cx="1337121" cy="1176025"/>
          </a:xfrm>
          <a:prstGeom prst="rect">
            <a:avLst/>
          </a:prstGeom>
          <a:noFill/>
          <a:ln>
            <a:noFill/>
          </a:ln>
        </p:spPr>
      </p:pic>
      <p:pic>
        <p:nvPicPr>
          <p:cNvPr descr="a blue and white penguin with an orange beak (Provided by Tenor)" id="4790" name="Google Shape;4790;p51"/>
          <p:cNvPicPr preferRelativeResize="0"/>
          <p:nvPr/>
        </p:nvPicPr>
        <p:blipFill>
          <a:blip r:embed="rId4">
            <a:alphaModFix/>
          </a:blip>
          <a:stretch>
            <a:fillRect/>
          </a:stretch>
        </p:blipFill>
        <p:spPr>
          <a:xfrm>
            <a:off x="6200425" y="1118812"/>
            <a:ext cx="2416875" cy="24168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4" name="Shape 4794"/>
        <p:cNvGrpSpPr/>
        <p:nvPr/>
      </p:nvGrpSpPr>
      <p:grpSpPr>
        <a:xfrm>
          <a:off x="0" y="0"/>
          <a:ext cx="0" cy="0"/>
          <a:chOff x="0" y="0"/>
          <a:chExt cx="0" cy="0"/>
        </a:xfrm>
      </p:grpSpPr>
      <p:sp>
        <p:nvSpPr>
          <p:cNvPr id="4795" name="Google Shape;4795;p52"/>
          <p:cNvSpPr txBox="1"/>
          <p:nvPr>
            <p:ph idx="1" type="body"/>
          </p:nvPr>
        </p:nvSpPr>
        <p:spPr>
          <a:xfrm>
            <a:off x="726450" y="1907375"/>
            <a:ext cx="4015200" cy="215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Suppose you have an idea for a new feature, but you’re not sure if it’ll work out as you expect, so you do not want to risk modifying your currently working version of the code, This is where branches come 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create a new branch, run</a:t>
            </a:r>
            <a:endParaRPr/>
          </a:p>
          <a:p>
            <a:pPr indent="0" lvl="0" marL="0" rtl="0" algn="l">
              <a:spcBef>
                <a:spcPts val="0"/>
              </a:spcBef>
              <a:spcAft>
                <a:spcPts val="0"/>
              </a:spcAft>
              <a:buNone/>
            </a:pPr>
            <a:r>
              <a:rPr b="1" lang="en"/>
              <a:t>git branch &lt;branch-name&gt;</a:t>
            </a:r>
            <a:endParaRPr b="1"/>
          </a:p>
        </p:txBody>
      </p:sp>
      <p:sp>
        <p:nvSpPr>
          <p:cNvPr id="4796" name="Google Shape;4796;p52"/>
          <p:cNvSpPr txBox="1"/>
          <p:nvPr>
            <p:ph type="title"/>
          </p:nvPr>
        </p:nvSpPr>
        <p:spPr>
          <a:xfrm>
            <a:off x="720000" y="930325"/>
            <a:ext cx="3364800" cy="99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Branching</a:t>
            </a:r>
            <a:endParaRPr/>
          </a:p>
        </p:txBody>
      </p:sp>
      <p:pic>
        <p:nvPicPr>
          <p:cNvPr descr="a tree branch with green and brown leaves on it (Provided by Tenor)" id="4797" name="Google Shape;4797;p52"/>
          <p:cNvPicPr preferRelativeResize="0"/>
          <p:nvPr/>
        </p:nvPicPr>
        <p:blipFill>
          <a:blip r:embed="rId3">
            <a:alphaModFix/>
          </a:blip>
          <a:stretch>
            <a:fillRect/>
          </a:stretch>
        </p:blipFill>
        <p:spPr>
          <a:xfrm>
            <a:off x="5589113" y="97200"/>
            <a:ext cx="2562225" cy="4572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1" name="Shape 4801"/>
        <p:cNvGrpSpPr/>
        <p:nvPr/>
      </p:nvGrpSpPr>
      <p:grpSpPr>
        <a:xfrm>
          <a:off x="0" y="0"/>
          <a:ext cx="0" cy="0"/>
          <a:chOff x="0" y="0"/>
          <a:chExt cx="0" cy="0"/>
        </a:xfrm>
      </p:grpSpPr>
      <p:sp>
        <p:nvSpPr>
          <p:cNvPr id="4802" name="Google Shape;4802;p53"/>
          <p:cNvSpPr txBox="1"/>
          <p:nvPr>
            <p:ph idx="1" type="body"/>
          </p:nvPr>
        </p:nvSpPr>
        <p:spPr>
          <a:xfrm>
            <a:off x="726450" y="1907375"/>
            <a:ext cx="4015200" cy="215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2 ways for merging branches:</a:t>
            </a:r>
            <a:endParaRPr/>
          </a:p>
          <a:p>
            <a:pPr indent="0" lvl="0" marL="0" rtl="0" algn="l">
              <a:spcBef>
                <a:spcPts val="0"/>
              </a:spcBef>
              <a:spcAft>
                <a:spcPts val="0"/>
              </a:spcAft>
              <a:buNone/>
            </a:pPr>
            <a:r>
              <a:t/>
            </a:r>
            <a:endParaRPr/>
          </a:p>
          <a:p>
            <a:pPr indent="-215900" lvl="0" marL="241300" rtl="0" algn="l">
              <a:spcBef>
                <a:spcPts val="0"/>
              </a:spcBef>
              <a:spcAft>
                <a:spcPts val="0"/>
              </a:spcAft>
              <a:buSzPts val="1400"/>
              <a:buChar char="●"/>
            </a:pPr>
            <a:r>
              <a:rPr lang="en"/>
              <a:t>Fast forward (if the new branch is ahead of you)</a:t>
            </a:r>
            <a:endParaRPr/>
          </a:p>
          <a:p>
            <a:pPr indent="-215900" lvl="0" marL="241300" rtl="0" algn="l">
              <a:spcBef>
                <a:spcPts val="0"/>
              </a:spcBef>
              <a:spcAft>
                <a:spcPts val="0"/>
              </a:spcAft>
              <a:buSzPts val="1400"/>
              <a:buChar char="●"/>
            </a:pPr>
            <a:r>
              <a:rPr lang="en"/>
              <a:t>3-way merge (if both branches has new commits)</a:t>
            </a:r>
            <a:endParaRPr/>
          </a:p>
          <a:p>
            <a:pPr indent="0" lvl="0" marL="0" rtl="0" algn="l">
              <a:spcBef>
                <a:spcPts val="1600"/>
              </a:spcBef>
              <a:spcAft>
                <a:spcPts val="0"/>
              </a:spcAft>
              <a:buNone/>
            </a:pPr>
            <a:r>
              <a:rPr lang="en"/>
              <a:t>To merge a branch into your current branch use:</a:t>
            </a:r>
            <a:endParaRPr/>
          </a:p>
          <a:p>
            <a:pPr indent="0" lvl="0" marL="0" rtl="0" algn="l">
              <a:spcBef>
                <a:spcPts val="1600"/>
              </a:spcBef>
              <a:spcAft>
                <a:spcPts val="1600"/>
              </a:spcAft>
              <a:buNone/>
            </a:pPr>
            <a:r>
              <a:rPr b="1" lang="en"/>
              <a:t>git branch &lt;branch name&gt;</a:t>
            </a:r>
            <a:endParaRPr b="1"/>
          </a:p>
        </p:txBody>
      </p:sp>
      <p:sp>
        <p:nvSpPr>
          <p:cNvPr id="4803" name="Google Shape;4803;p53"/>
          <p:cNvSpPr txBox="1"/>
          <p:nvPr>
            <p:ph type="title"/>
          </p:nvPr>
        </p:nvSpPr>
        <p:spPr>
          <a:xfrm>
            <a:off x="720000" y="930325"/>
            <a:ext cx="3364800" cy="99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Merge 2 branches</a:t>
            </a:r>
            <a:endParaRPr/>
          </a:p>
        </p:txBody>
      </p:sp>
      <p:pic>
        <p:nvPicPr>
          <p:cNvPr descr="two penguins wearing helmets are dancing together (Provided by Tenor)" id="4804" name="Google Shape;4804;p53"/>
          <p:cNvPicPr preferRelativeResize="0"/>
          <p:nvPr/>
        </p:nvPicPr>
        <p:blipFill>
          <a:blip r:embed="rId3">
            <a:alphaModFix/>
          </a:blip>
          <a:stretch>
            <a:fillRect/>
          </a:stretch>
        </p:blipFill>
        <p:spPr>
          <a:xfrm>
            <a:off x="4894050" y="152400"/>
            <a:ext cx="4097550" cy="40975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8" name="Shape 4808"/>
        <p:cNvGrpSpPr/>
        <p:nvPr/>
      </p:nvGrpSpPr>
      <p:grpSpPr>
        <a:xfrm>
          <a:off x="0" y="0"/>
          <a:ext cx="0" cy="0"/>
          <a:chOff x="0" y="0"/>
          <a:chExt cx="0" cy="0"/>
        </a:xfrm>
      </p:grpSpPr>
      <p:sp>
        <p:nvSpPr>
          <p:cNvPr id="4809" name="Google Shape;4809;p54"/>
          <p:cNvSpPr txBox="1"/>
          <p:nvPr>
            <p:ph idx="1" type="body"/>
          </p:nvPr>
        </p:nvSpPr>
        <p:spPr>
          <a:xfrm>
            <a:off x="726450" y="1907375"/>
            <a:ext cx="6379800" cy="2565300"/>
          </a:xfrm>
          <a:prstGeom prst="rect">
            <a:avLst/>
          </a:prstGeom>
        </p:spPr>
        <p:txBody>
          <a:bodyPr anchorCtr="0" anchor="t" bIns="91425" lIns="91425" spcFirstLastPara="1" rIns="91425" wrap="square" tIns="91425">
            <a:noAutofit/>
          </a:bodyPr>
          <a:lstStyle/>
          <a:p>
            <a:pPr indent="-215900" lvl="0" marL="241300" rtl="0" algn="l">
              <a:spcBef>
                <a:spcPts val="0"/>
              </a:spcBef>
              <a:spcAft>
                <a:spcPts val="0"/>
              </a:spcAft>
              <a:buSzPts val="1400"/>
              <a:buChar char="●"/>
            </a:pPr>
            <a:r>
              <a:rPr lang="en"/>
              <a:t>Use the repository from </a:t>
            </a:r>
            <a:r>
              <a:rPr b="1" lang="en"/>
              <a:t>Hands-on 1</a:t>
            </a:r>
            <a:endParaRPr b="1"/>
          </a:p>
          <a:p>
            <a:pPr indent="-215900" lvl="0" marL="241300" rtl="0" algn="l">
              <a:spcBef>
                <a:spcPts val="1600"/>
              </a:spcBef>
              <a:spcAft>
                <a:spcPts val="0"/>
              </a:spcAft>
              <a:buSzPts val="1400"/>
              <a:buChar char="●"/>
            </a:pPr>
            <a:r>
              <a:rPr lang="en"/>
              <a:t>Create a new branch called </a:t>
            </a:r>
            <a:r>
              <a:rPr b="1" lang="en"/>
              <a:t>sum </a:t>
            </a:r>
            <a:r>
              <a:rPr lang="en"/>
              <a:t>and add a function sum to </a:t>
            </a:r>
            <a:r>
              <a:rPr b="1" lang="en"/>
              <a:t>main.cpp</a:t>
            </a:r>
            <a:endParaRPr b="1"/>
          </a:p>
          <a:p>
            <a:pPr indent="-215900" lvl="0" marL="241300" rtl="0" algn="l">
              <a:spcBef>
                <a:spcPts val="1600"/>
              </a:spcBef>
              <a:spcAft>
                <a:spcPts val="0"/>
              </a:spcAft>
              <a:buSzPts val="1400"/>
              <a:buChar char="●"/>
            </a:pPr>
            <a:r>
              <a:rPr lang="en"/>
              <a:t>Return to the </a:t>
            </a:r>
            <a:r>
              <a:rPr b="1" lang="en"/>
              <a:t>master </a:t>
            </a:r>
            <a:r>
              <a:rPr lang="en"/>
              <a:t>branch</a:t>
            </a:r>
            <a:endParaRPr/>
          </a:p>
          <a:p>
            <a:pPr indent="-215900" lvl="0" marL="241300" rtl="0" algn="l">
              <a:spcBef>
                <a:spcPts val="1600"/>
              </a:spcBef>
              <a:spcAft>
                <a:spcPts val="0"/>
              </a:spcAft>
              <a:buSzPts val="1400"/>
              <a:buChar char="●"/>
            </a:pPr>
            <a:r>
              <a:rPr lang="en"/>
              <a:t>Create a new branch called </a:t>
            </a:r>
            <a:r>
              <a:rPr b="1" lang="en"/>
              <a:t>subtract </a:t>
            </a:r>
            <a:r>
              <a:rPr lang="en"/>
              <a:t>and add a function </a:t>
            </a:r>
            <a:r>
              <a:rPr b="1" lang="en"/>
              <a:t>subtract </a:t>
            </a:r>
            <a:r>
              <a:rPr lang="en"/>
              <a:t>to </a:t>
            </a:r>
            <a:r>
              <a:rPr b="1" lang="en"/>
              <a:t>main.cpp</a:t>
            </a:r>
            <a:endParaRPr/>
          </a:p>
          <a:p>
            <a:pPr indent="-215900" lvl="0" marL="241300" rtl="0" algn="l">
              <a:spcBef>
                <a:spcPts val="1600"/>
              </a:spcBef>
              <a:spcAft>
                <a:spcPts val="0"/>
              </a:spcAft>
              <a:buSzPts val="1400"/>
              <a:buChar char="●"/>
            </a:pPr>
            <a:r>
              <a:rPr lang="en"/>
              <a:t>Merge the 2 branches</a:t>
            </a:r>
            <a:endParaRPr/>
          </a:p>
          <a:p>
            <a:pPr indent="0" lvl="0" marL="0" rtl="0" algn="l">
              <a:spcBef>
                <a:spcPts val="1600"/>
              </a:spcBef>
              <a:spcAft>
                <a:spcPts val="1600"/>
              </a:spcAft>
              <a:buNone/>
            </a:pPr>
            <a:r>
              <a:t/>
            </a:r>
            <a:endParaRPr/>
          </a:p>
        </p:txBody>
      </p:sp>
      <p:sp>
        <p:nvSpPr>
          <p:cNvPr id="4810" name="Google Shape;4810;p54"/>
          <p:cNvSpPr txBox="1"/>
          <p:nvPr>
            <p:ph type="title"/>
          </p:nvPr>
        </p:nvSpPr>
        <p:spPr>
          <a:xfrm>
            <a:off x="720000" y="930332"/>
            <a:ext cx="2952600" cy="99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Hands-on 3</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4" name="Shape 4814"/>
        <p:cNvGrpSpPr/>
        <p:nvPr/>
      </p:nvGrpSpPr>
      <p:grpSpPr>
        <a:xfrm>
          <a:off x="0" y="0"/>
          <a:ext cx="0" cy="0"/>
          <a:chOff x="0" y="0"/>
          <a:chExt cx="0" cy="0"/>
        </a:xfrm>
      </p:grpSpPr>
      <p:sp>
        <p:nvSpPr>
          <p:cNvPr id="4815" name="Google Shape;4815;p55"/>
          <p:cNvSpPr txBox="1"/>
          <p:nvPr>
            <p:ph type="title"/>
          </p:nvPr>
        </p:nvSpPr>
        <p:spPr>
          <a:xfrm>
            <a:off x="900150" y="459901"/>
            <a:ext cx="3849900" cy="72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t>
            </a:r>
            <a:r>
              <a:rPr lang="en"/>
              <a:t>hanks!</a:t>
            </a:r>
            <a:endParaRPr/>
          </a:p>
        </p:txBody>
      </p:sp>
      <p:sp>
        <p:nvSpPr>
          <p:cNvPr id="4816" name="Google Shape;4816;p55"/>
          <p:cNvSpPr txBox="1"/>
          <p:nvPr>
            <p:ph idx="1" type="subTitle"/>
          </p:nvPr>
        </p:nvSpPr>
        <p:spPr>
          <a:xfrm>
            <a:off x="976300" y="1262700"/>
            <a:ext cx="4147500" cy="15999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b="1" lang="en" sz="2400">
                <a:latin typeface="Lexend"/>
                <a:ea typeface="Lexend"/>
                <a:cs typeface="Lexend"/>
                <a:sym typeface="Lexend"/>
              </a:rPr>
              <a:t>D</a:t>
            </a:r>
            <a:r>
              <a:rPr b="1" lang="en" sz="2400">
                <a:latin typeface="Lexend"/>
                <a:ea typeface="Lexend"/>
                <a:cs typeface="Lexend"/>
                <a:sym typeface="Lexend"/>
              </a:rPr>
              <a:t>o you have any questions?</a:t>
            </a:r>
            <a:endParaRPr/>
          </a:p>
        </p:txBody>
      </p:sp>
      <p:pic>
        <p:nvPicPr>
          <p:cNvPr descr="a penguin is sitting in a hole with the words see yah later below it (Provided by Tenor)" id="4817" name="Google Shape;4817;p55"/>
          <p:cNvPicPr preferRelativeResize="0"/>
          <p:nvPr/>
        </p:nvPicPr>
        <p:blipFill>
          <a:blip r:embed="rId3">
            <a:alphaModFix/>
          </a:blip>
          <a:stretch>
            <a:fillRect/>
          </a:stretch>
        </p:blipFill>
        <p:spPr>
          <a:xfrm>
            <a:off x="5276200" y="152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olden Milk Minitheme by Slidesgo">
  <a:themeElements>
    <a:clrScheme name="Simple Light">
      <a:dk1>
        <a:srgbClr val="191919"/>
      </a:dk1>
      <a:lt1>
        <a:srgbClr val="FFFAF5"/>
      </a:lt1>
      <a:dk2>
        <a:srgbClr val="E58200"/>
      </a:dk2>
      <a:lt2>
        <a:srgbClr val="FC9900"/>
      </a:lt2>
      <a:accent1>
        <a:srgbClr val="9D6B46"/>
      </a:accent1>
      <a:accent2>
        <a:srgbClr val="F6BF00"/>
      </a:accent2>
      <a:accent3>
        <a:srgbClr val="CA987F"/>
      </a:accent3>
      <a:accent4>
        <a:srgbClr val="EAB87D"/>
      </a:accent4>
      <a:accent5>
        <a:srgbClr val="E9E2CF"/>
      </a:accent5>
      <a:accent6>
        <a:srgbClr val="D4C6A7"/>
      </a:accent6>
      <a:hlink>
        <a:srgbClr val="51472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