
<file path=[Content_Types].xml><?xml version="1.0" encoding="utf-8"?>
<Types xmlns="http://schemas.openxmlformats.org/package/2006/content-types">
  <Default Extension="jfif" ContentType="image/jpeg"/>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media/image8.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0"/>
  </p:notesMasterIdLst>
  <p:handoutMasterIdLst>
    <p:handoutMasterId r:id="rId31"/>
  </p:handoutMasterIdLst>
  <p:sldIdLst>
    <p:sldId id="256" r:id="rId5"/>
    <p:sldId id="269" r:id="rId6"/>
    <p:sldId id="270" r:id="rId7"/>
    <p:sldId id="271" r:id="rId8"/>
    <p:sldId id="273" r:id="rId9"/>
    <p:sldId id="282" r:id="rId10"/>
    <p:sldId id="272" r:id="rId11"/>
    <p:sldId id="279" r:id="rId12"/>
    <p:sldId id="280" r:id="rId13"/>
    <p:sldId id="281" r:id="rId14"/>
    <p:sldId id="277" r:id="rId15"/>
    <p:sldId id="284" r:id="rId16"/>
    <p:sldId id="285" r:id="rId17"/>
    <p:sldId id="286" r:id="rId18"/>
    <p:sldId id="287" r:id="rId19"/>
    <p:sldId id="288" r:id="rId20"/>
    <p:sldId id="289" r:id="rId21"/>
    <p:sldId id="295" r:id="rId22"/>
    <p:sldId id="290" r:id="rId23"/>
    <p:sldId id="291" r:id="rId24"/>
    <p:sldId id="292" r:id="rId25"/>
    <p:sldId id="293" r:id="rId26"/>
    <p:sldId id="294" r:id="rId27"/>
    <p:sldId id="296" r:id="rId28"/>
    <p:sldId id="278" r:id="rId29"/>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7" orient="horz" pos="2500" userDrawn="1">
          <p15:clr>
            <a:srgbClr val="A4A3A4"/>
          </p15:clr>
        </p15:guide>
        <p15:guide id="8" pos="495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2752"/>
    <a:srgbClr val="E3A097"/>
    <a:srgbClr val="F5D9D7"/>
    <a:srgbClr val="263025"/>
    <a:srgbClr val="334031"/>
    <a:srgbClr val="8A9161"/>
    <a:srgbClr val="81875A"/>
    <a:srgbClr val="000000"/>
    <a:srgbClr val="EFE0BE"/>
    <a:srgbClr val="F7F1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799B23B-EC83-4686-B30A-512413B5E67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4" d="100"/>
          <a:sy n="84" d="100"/>
        </p:scale>
        <p:origin x="658" y="72"/>
      </p:cViewPr>
      <p:guideLst>
        <p:guide pos="3840"/>
        <p:guide orient="horz" pos="2500"/>
        <p:guide pos="4951"/>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p:scale>
          <a:sx n="1" d="2"/>
          <a:sy n="1" d="2"/>
        </p:scale>
        <p:origin x="2621" y="6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08B8B31-1CFE-4A78-A796-40061C1B298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1F5D168-A009-4B34-B08F-277E0D6ABD9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3D47A4C-1800-412B-9042-C93F1924AECC}" type="datetimeFigureOut">
              <a:rPr lang="en-US" smtClean="0"/>
              <a:t>2/3/2026</a:t>
            </a:fld>
            <a:endParaRPr lang="en-US"/>
          </a:p>
        </p:txBody>
      </p:sp>
      <p:sp>
        <p:nvSpPr>
          <p:cNvPr id="4" name="Footer Placeholder 3">
            <a:extLst>
              <a:ext uri="{FF2B5EF4-FFF2-40B4-BE49-F238E27FC236}">
                <a16:creationId xmlns:a16="http://schemas.microsoft.com/office/drawing/2014/main" id="{810C826E-30C5-4DD2-97CD-F700F8EBBFC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A1BE32A-EDDE-428D-8FA7-84F681D978C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81FD62-43B6-432F-96E1-BCDE3916E10C}" type="slidenum">
              <a:rPr lang="en-US" smtClean="0"/>
              <a:t>‹#›</a:t>
            </a:fld>
            <a:endParaRPr lang="en-US"/>
          </a:p>
        </p:txBody>
      </p:sp>
    </p:spTree>
    <p:extLst>
      <p:ext uri="{BB962C8B-B14F-4D97-AF65-F5344CB8AC3E}">
        <p14:creationId xmlns:p14="http://schemas.microsoft.com/office/powerpoint/2010/main" val="14993833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00EB3D-2307-4317-8A1D-B47FA45245F0}" type="datetimeFigureOut">
              <a:rPr lang="en-US" noProof="0" smtClean="0"/>
              <a:t>2/3/2026</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D78A92-0141-4330-8F3E-FAADFAC23844}" type="slidenum">
              <a:rPr lang="en-US" noProof="0" smtClean="0"/>
              <a:t>‹#›</a:t>
            </a:fld>
            <a:endParaRPr lang="en-US" noProof="0"/>
          </a:p>
        </p:txBody>
      </p:sp>
    </p:spTree>
    <p:extLst>
      <p:ext uri="{BB962C8B-B14F-4D97-AF65-F5344CB8AC3E}">
        <p14:creationId xmlns:p14="http://schemas.microsoft.com/office/powerpoint/2010/main" val="1748887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3D78A92-0141-4330-8F3E-FAADFAC23844}" type="slidenum">
              <a:rPr lang="en-US" noProof="0" smtClean="0"/>
              <a:t>7</a:t>
            </a:fld>
            <a:endParaRPr lang="en-US" noProof="0"/>
          </a:p>
        </p:txBody>
      </p:sp>
    </p:spTree>
    <p:extLst>
      <p:ext uri="{BB962C8B-B14F-4D97-AF65-F5344CB8AC3E}">
        <p14:creationId xmlns:p14="http://schemas.microsoft.com/office/powerpoint/2010/main" val="414938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FBAAD-1855-22FF-889C-491D623882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978CB7-8F9D-82C4-B36B-807DB7646C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EB6169-9149-362F-2721-E258A61C3E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3DE265-4BE6-F310-8D11-26126B0CCC24}"/>
              </a:ext>
            </a:extLst>
          </p:cNvPr>
          <p:cNvSpPr>
            <a:spLocks noGrp="1"/>
          </p:cNvSpPr>
          <p:nvPr>
            <p:ph type="sldNum" sz="quarter" idx="5"/>
          </p:nvPr>
        </p:nvSpPr>
        <p:spPr/>
        <p:txBody>
          <a:bodyPr/>
          <a:lstStyle/>
          <a:p>
            <a:fld id="{53D78A92-0141-4330-8F3E-FAADFAC23844}" type="slidenum">
              <a:rPr lang="en-US" noProof="0" smtClean="0"/>
              <a:t>12</a:t>
            </a:fld>
            <a:endParaRPr lang="en-US" noProof="0"/>
          </a:p>
        </p:txBody>
      </p:sp>
    </p:spTree>
    <p:extLst>
      <p:ext uri="{BB962C8B-B14F-4D97-AF65-F5344CB8AC3E}">
        <p14:creationId xmlns:p14="http://schemas.microsoft.com/office/powerpoint/2010/main" val="7718707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0293F-1A5A-588E-3152-7ED9916498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C2CD26-6369-CDCB-C526-C17BB73940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D0FF50-00BC-0CE6-566E-C4D9032ADE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00AF4F-F105-E8A5-D67B-809335C95E0F}"/>
              </a:ext>
            </a:extLst>
          </p:cNvPr>
          <p:cNvSpPr>
            <a:spLocks noGrp="1"/>
          </p:cNvSpPr>
          <p:nvPr>
            <p:ph type="sldNum" sz="quarter" idx="5"/>
          </p:nvPr>
        </p:nvSpPr>
        <p:spPr/>
        <p:txBody>
          <a:bodyPr/>
          <a:lstStyle/>
          <a:p>
            <a:fld id="{53D78A92-0141-4330-8F3E-FAADFAC23844}" type="slidenum">
              <a:rPr lang="en-US" noProof="0" smtClean="0"/>
              <a:t>17</a:t>
            </a:fld>
            <a:endParaRPr lang="en-US" noProof="0"/>
          </a:p>
        </p:txBody>
      </p:sp>
    </p:spTree>
    <p:extLst>
      <p:ext uri="{BB962C8B-B14F-4D97-AF65-F5344CB8AC3E}">
        <p14:creationId xmlns:p14="http://schemas.microsoft.com/office/powerpoint/2010/main" val="11072809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AD403-A15F-4A2F-B050-AB874136E732}"/>
              </a:ext>
            </a:extLst>
          </p:cNvPr>
          <p:cNvSpPr>
            <a:spLocks noGrp="1"/>
          </p:cNvSpPr>
          <p:nvPr>
            <p:ph type="title"/>
          </p:nvPr>
        </p:nvSpPr>
        <p:spPr>
          <a:xfrm>
            <a:off x="868680" y="804672"/>
            <a:ext cx="10460736" cy="3255264"/>
          </a:xfrm>
        </p:spPr>
        <p:txBody>
          <a:bodyPr anchor="b">
            <a:noAutofit/>
          </a:bodyPr>
          <a:lstStyle>
            <a:lvl1pPr algn="ctr">
              <a:defRPr sz="7200" b="0">
                <a:solidFill>
                  <a:schemeClr val="accent1">
                    <a:lumMod val="20000"/>
                    <a:lumOff val="80000"/>
                  </a:schemeClr>
                </a:solidFill>
              </a:defRPr>
            </a:lvl1pPr>
          </a:lstStyle>
          <a:p>
            <a:r>
              <a:rPr lang="en-US" noProof="0"/>
              <a:t>Click to edit Master title style</a:t>
            </a:r>
            <a:endParaRPr lang="en-US" noProof="0" dirty="0"/>
          </a:p>
        </p:txBody>
      </p:sp>
      <p:sp>
        <p:nvSpPr>
          <p:cNvPr id="36" name="Text Placeholder 14">
            <a:extLst>
              <a:ext uri="{FF2B5EF4-FFF2-40B4-BE49-F238E27FC236}">
                <a16:creationId xmlns:a16="http://schemas.microsoft.com/office/drawing/2014/main" id="{2A3D73F7-77EC-4576-B541-20C032F462DC}"/>
              </a:ext>
            </a:extLst>
          </p:cNvPr>
          <p:cNvSpPr>
            <a:spLocks noGrp="1"/>
          </p:cNvSpPr>
          <p:nvPr userDrawn="1">
            <p:ph type="body" sz="quarter" idx="13"/>
          </p:nvPr>
        </p:nvSpPr>
        <p:spPr>
          <a:xfrm>
            <a:off x="3081573" y="4526280"/>
            <a:ext cx="6028854" cy="914400"/>
          </a:xfrm>
        </p:spPr>
        <p:txBody>
          <a:bodyPr anchor="t">
            <a:normAutofit/>
          </a:bodyPr>
          <a:lstStyle>
            <a:lvl1pPr marL="0" indent="0" algn="ctr">
              <a:buNone/>
              <a:defRPr sz="1600" b="0" i="0" cap="all" spc="300" baseline="0">
                <a:solidFill>
                  <a:schemeClr val="accent1">
                    <a:lumMod val="20000"/>
                    <a:lumOff val="80000"/>
                  </a:schemeClr>
                </a:solidFill>
              </a:defRPr>
            </a:lvl1pPr>
          </a:lstStyle>
          <a:p>
            <a:pPr lvl="0"/>
            <a:r>
              <a:rPr lang="en-US" noProof="0"/>
              <a:t>Click to edit Master text styles</a:t>
            </a:r>
          </a:p>
        </p:txBody>
      </p:sp>
      <p:sp>
        <p:nvSpPr>
          <p:cNvPr id="21" name="Rectangle 20">
            <a:extLst>
              <a:ext uri="{FF2B5EF4-FFF2-40B4-BE49-F238E27FC236}">
                <a16:creationId xmlns:a16="http://schemas.microsoft.com/office/drawing/2014/main" id="{2123959E-C8AF-2C32-A4AC-D79C711CACEF}"/>
              </a:ext>
            </a:extLst>
          </p:cNvPr>
          <p:cNvSpPr/>
          <p:nvPr userDrawn="1"/>
        </p:nvSpPr>
        <p:spPr>
          <a:xfrm>
            <a:off x="361950" y="327025"/>
            <a:ext cx="11468100" cy="6203950"/>
          </a:xfrm>
          <a:prstGeom prst="rect">
            <a:avLst/>
          </a:prstGeom>
          <a:noFill/>
          <a:ln w="28575" cap="flat">
            <a:solidFill>
              <a:schemeClr val="accent3">
                <a:lumMod val="40000"/>
                <a:lumOff val="60000"/>
              </a:schemeClr>
            </a:solidFill>
            <a:prstDash val="solid"/>
            <a:miter/>
          </a:ln>
        </p:spPr>
        <p:txBody>
          <a:bodyPr rtlCol="0" anchor="ctr"/>
          <a:lstStyle/>
          <a:p>
            <a:pPr algn="l"/>
            <a:endParaRPr lang="en-US" dirty="0"/>
          </a:p>
        </p:txBody>
      </p:sp>
      <p:grpSp>
        <p:nvGrpSpPr>
          <p:cNvPr id="48" name="Group 47">
            <a:extLst>
              <a:ext uri="{FF2B5EF4-FFF2-40B4-BE49-F238E27FC236}">
                <a16:creationId xmlns:a16="http://schemas.microsoft.com/office/drawing/2014/main" id="{1991AA11-ABBF-BFA0-AACD-5E0262702116}"/>
              </a:ext>
            </a:extLst>
          </p:cNvPr>
          <p:cNvGrpSpPr/>
          <p:nvPr userDrawn="1"/>
        </p:nvGrpSpPr>
        <p:grpSpPr>
          <a:xfrm>
            <a:off x="6096000" y="327025"/>
            <a:ext cx="0" cy="6203950"/>
            <a:chOff x="6096000" y="327025"/>
            <a:chExt cx="0" cy="6203950"/>
          </a:xfrm>
        </p:grpSpPr>
        <p:cxnSp>
          <p:nvCxnSpPr>
            <p:cNvPr id="49" name="Straight Connector 48">
              <a:extLst>
                <a:ext uri="{FF2B5EF4-FFF2-40B4-BE49-F238E27FC236}">
                  <a16:creationId xmlns:a16="http://schemas.microsoft.com/office/drawing/2014/main" id="{8CB6BE39-5971-4916-1DD7-91D7C3F31234}"/>
                </a:ext>
              </a:extLst>
            </p:cNvPr>
            <p:cNvCxnSpPr>
              <a:cxnSpLocks/>
            </p:cNvCxnSpPr>
            <p:nvPr/>
          </p:nvCxnSpPr>
          <p:spPr>
            <a:xfrm flipV="1">
              <a:off x="6096000" y="6281057"/>
              <a:ext cx="0" cy="249918"/>
            </a:xfrm>
            <a:prstGeom prst="line">
              <a:avLst/>
            </a:prstGeom>
            <a:ln w="28575">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CD84773-7D11-C9D4-A19C-4265A176EBAA}"/>
                </a:ext>
              </a:extLst>
            </p:cNvPr>
            <p:cNvCxnSpPr>
              <a:cxnSpLocks/>
            </p:cNvCxnSpPr>
            <p:nvPr/>
          </p:nvCxnSpPr>
          <p:spPr>
            <a:xfrm flipV="1">
              <a:off x="6096000" y="327025"/>
              <a:ext cx="0" cy="249918"/>
            </a:xfrm>
            <a:prstGeom prst="line">
              <a:avLst/>
            </a:prstGeom>
            <a:ln w="28575">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66819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838200" y="853333"/>
            <a:ext cx="4844143" cy="5151334"/>
          </a:xfrm>
        </p:spPr>
        <p:txBody>
          <a:bodyPr anchor="ctr">
            <a:normAutofit/>
          </a:bodyPr>
          <a:lstStyle>
            <a:lvl1pPr algn="ctr">
              <a:defRPr sz="3600">
                <a:solidFill>
                  <a:schemeClr val="accent3"/>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6455229" y="853333"/>
            <a:ext cx="4920342" cy="5151334"/>
          </a:xfrm>
        </p:spPr>
        <p:txBody>
          <a:bodyPr anchor="ctr" anchorCtr="0">
            <a:normAutofit/>
          </a:bodyPr>
          <a:lstStyle>
            <a:lvl1pPr marL="0" indent="0" algn="ctr">
              <a:lnSpc>
                <a:spcPct val="200000"/>
              </a:lnSpc>
              <a:buNone/>
              <a:defRPr lang="en-US" sz="1600" kern="1200" cap="all" spc="300" dirty="0">
                <a:solidFill>
                  <a:prstClr val="black"/>
                </a:solidFill>
                <a:latin typeface="+mn-lt"/>
                <a:ea typeface="+mn-ea"/>
                <a:cs typeface="+mn-cs"/>
              </a:defRPr>
            </a:lvl1pPr>
            <a:lvl2pPr marL="742950" indent="-285750" algn="ctr">
              <a:lnSpc>
                <a:spcPct val="120000"/>
              </a:lnSpc>
              <a:buFont typeface="Arial" panose="020B0604020202020204" pitchFamily="34" charset="0"/>
              <a:buChar char="•"/>
              <a:defRPr lang="en-US" sz="1600" kern="1200" cap="none" spc="0" baseline="0" dirty="0">
                <a:solidFill>
                  <a:prstClr val="black"/>
                </a:solidFill>
                <a:latin typeface="+mn-lt"/>
                <a:ea typeface="+mn-ea"/>
                <a:cs typeface="+mn-cs"/>
              </a:defRPr>
            </a:lvl2pPr>
            <a:lvl3pPr marL="1200150" indent="-285750" algn="ctr">
              <a:lnSpc>
                <a:spcPct val="120000"/>
              </a:lnSpc>
              <a:buFont typeface="Arial" panose="020B0604020202020204" pitchFamily="34" charset="0"/>
              <a:buChar char="•"/>
              <a:defRPr lang="en-US" sz="1600" kern="1200" cap="none" spc="0" baseline="0" dirty="0">
                <a:solidFill>
                  <a:prstClr val="black"/>
                </a:solidFill>
                <a:latin typeface="+mn-lt"/>
                <a:ea typeface="+mn-ea"/>
                <a:cs typeface="+mn-cs"/>
              </a:defRPr>
            </a:lvl3pPr>
            <a:lvl4pPr marL="1657350" indent="-285750" algn="ctr">
              <a:lnSpc>
                <a:spcPct val="120000"/>
              </a:lnSpc>
              <a:buFont typeface="Arial" panose="020B0604020202020204" pitchFamily="34" charset="0"/>
              <a:buChar char="•"/>
              <a:defRPr lang="en-US" sz="1600" kern="1200" cap="none" spc="0" baseline="0" dirty="0">
                <a:solidFill>
                  <a:prstClr val="black"/>
                </a:solidFill>
                <a:latin typeface="+mn-lt"/>
                <a:ea typeface="+mn-ea"/>
                <a:cs typeface="+mn-cs"/>
              </a:defRPr>
            </a:lvl4pPr>
            <a:lvl5pPr marL="2114550" indent="-285750" algn="ctr">
              <a:lnSpc>
                <a:spcPct val="120000"/>
              </a:lnSpc>
              <a:buFont typeface="Arial" panose="020B0604020202020204" pitchFamily="34" charset="0"/>
              <a:buChar char="•"/>
              <a:defRPr lang="en-US" sz="1600" kern="1200" cap="none" spc="0" baseline="0" dirty="0">
                <a:solidFill>
                  <a:prstClr val="black"/>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4">
            <a:extLst>
              <a:ext uri="{FF2B5EF4-FFF2-40B4-BE49-F238E27FC236}">
                <a16:creationId xmlns:a16="http://schemas.microsoft.com/office/drawing/2014/main" id="{EC2FAC39-06DA-FEF0-2302-B02B7C1CD3B1}"/>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
        <p:nvSpPr>
          <p:cNvPr id="9" name="Date Placeholder 3">
            <a:extLst>
              <a:ext uri="{FF2B5EF4-FFF2-40B4-BE49-F238E27FC236}">
                <a16:creationId xmlns:a16="http://schemas.microsoft.com/office/drawing/2014/main" id="{6244C766-4DBD-CE50-9374-1427F1FAE856}"/>
              </a:ext>
            </a:extLst>
          </p:cNvPr>
          <p:cNvSpPr>
            <a:spLocks noGrp="1"/>
          </p:cNvSpPr>
          <p:nvPr>
            <p:ph type="dt" sz="half" idx="2"/>
          </p:nvPr>
        </p:nvSpPr>
        <p:spPr>
          <a:xfrm>
            <a:off x="8610600" y="6118484"/>
            <a:ext cx="2743200" cy="365125"/>
          </a:xfrm>
          <a:prstGeom prst="rect">
            <a:avLst/>
          </a:prstGeom>
        </p:spPr>
        <p:txBody>
          <a:bodyPr vert="horz" lIns="91440" tIns="45720" rIns="91440" bIns="45720" rtlCol="0" anchor="ctr"/>
          <a:lstStyle>
            <a:lvl1pPr algn="r">
              <a:defRPr sz="1100">
                <a:solidFill>
                  <a:schemeClr val="accent3"/>
                </a:solidFill>
              </a:defRPr>
            </a:lvl1pPr>
          </a:lstStyle>
          <a:p>
            <a:fld id="{0B4AC9CD-0374-4BE7-8481-7982C4A3E9D1}" type="datetime1">
              <a:rPr lang="en-US" smtClean="0"/>
              <a:t>2/3/2026</a:t>
            </a:fld>
            <a:endParaRPr lang="en-US" dirty="0"/>
          </a:p>
        </p:txBody>
      </p:sp>
    </p:spTree>
    <p:extLst>
      <p:ext uri="{BB962C8B-B14F-4D97-AF65-F5344CB8AC3E}">
        <p14:creationId xmlns:p14="http://schemas.microsoft.com/office/powerpoint/2010/main" val="1000826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01">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AD403-A15F-4A2F-B050-AB874136E732}"/>
              </a:ext>
            </a:extLst>
          </p:cNvPr>
          <p:cNvSpPr>
            <a:spLocks noGrp="1"/>
          </p:cNvSpPr>
          <p:nvPr>
            <p:ph type="title"/>
          </p:nvPr>
        </p:nvSpPr>
        <p:spPr>
          <a:xfrm>
            <a:off x="838200" y="853334"/>
            <a:ext cx="4844142" cy="5151334"/>
          </a:xfrm>
        </p:spPr>
        <p:txBody>
          <a:bodyPr anchor="t">
            <a:noAutofit/>
          </a:bodyPr>
          <a:lstStyle>
            <a:lvl1pPr algn="l">
              <a:defRPr sz="5400" b="0">
                <a:solidFill>
                  <a:schemeClr val="accent1">
                    <a:lumMod val="20000"/>
                    <a:lumOff val="80000"/>
                  </a:schemeClr>
                </a:solidFill>
              </a:defRPr>
            </a:lvl1pPr>
          </a:lstStyle>
          <a:p>
            <a:r>
              <a:rPr lang="en-US" noProof="0"/>
              <a:t>Click to edit Master title style</a:t>
            </a:r>
            <a:endParaRPr lang="en-US" noProof="0" dirty="0"/>
          </a:p>
        </p:txBody>
      </p:sp>
      <p:sp>
        <p:nvSpPr>
          <p:cNvPr id="8" name="Picture Placeholder 7">
            <a:extLst>
              <a:ext uri="{FF2B5EF4-FFF2-40B4-BE49-F238E27FC236}">
                <a16:creationId xmlns:a16="http://schemas.microsoft.com/office/drawing/2014/main" id="{402CFA45-BBBD-162A-70AD-0B375405784D}"/>
              </a:ext>
            </a:extLst>
          </p:cNvPr>
          <p:cNvSpPr>
            <a:spLocks noGrp="1"/>
          </p:cNvSpPr>
          <p:nvPr>
            <p:ph type="pic" sz="quarter" idx="11"/>
          </p:nvPr>
        </p:nvSpPr>
        <p:spPr>
          <a:xfrm>
            <a:off x="6428012" y="685800"/>
            <a:ext cx="5070020" cy="5486400"/>
          </a:xfrm>
          <a:custGeom>
            <a:avLst/>
            <a:gdLst>
              <a:gd name="connsiteX0" fmla="*/ 5070020 w 5070020"/>
              <a:gd name="connsiteY0" fmla="*/ 0 h 5486400"/>
              <a:gd name="connsiteX1" fmla="*/ 5070020 w 5070020"/>
              <a:gd name="connsiteY1" fmla="*/ 5486400 h 5486400"/>
              <a:gd name="connsiteX2" fmla="*/ 0 w 5070020"/>
              <a:gd name="connsiteY2" fmla="*/ 5486399 h 5486400"/>
              <a:gd name="connsiteX3" fmla="*/ 0 w 5070020"/>
              <a:gd name="connsiteY3" fmla="*/ 579095 h 5486400"/>
              <a:gd name="connsiteX4" fmla="*/ 268 w 5070020"/>
              <a:gd name="connsiteY4" fmla="*/ 579362 h 5486400"/>
              <a:gd name="connsiteX5" fmla="*/ 582189 w 5070020"/>
              <a:gd name="connsiteY5" fmla="*/ 266 h 5486400"/>
              <a:gd name="connsiteX6" fmla="*/ 581922 w 5070020"/>
              <a:gd name="connsiteY6" fmla="*/ 1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70020" h="5486400">
                <a:moveTo>
                  <a:pt x="5070020" y="0"/>
                </a:moveTo>
                <a:lnTo>
                  <a:pt x="5070020" y="5486400"/>
                </a:lnTo>
                <a:lnTo>
                  <a:pt x="0" y="5486399"/>
                </a:lnTo>
                <a:lnTo>
                  <a:pt x="0" y="579095"/>
                </a:lnTo>
                <a:lnTo>
                  <a:pt x="268" y="579362"/>
                </a:lnTo>
                <a:lnTo>
                  <a:pt x="582189" y="266"/>
                </a:lnTo>
                <a:lnTo>
                  <a:pt x="581922" y="1"/>
                </a:lnTo>
                <a:close/>
              </a:path>
            </a:pathLst>
          </a:custGeom>
        </p:spPr>
        <p:txBody>
          <a:bodyPr wrap="square">
            <a:noAutofit/>
          </a:bodyPr>
          <a:lstStyle>
            <a:lvl1pPr marL="0" indent="0" algn="ctr">
              <a:buNone/>
              <a:defRPr sz="1600"/>
            </a:lvl1pPr>
          </a:lstStyle>
          <a:p>
            <a:r>
              <a:rPr lang="en-US"/>
              <a:t>Click icon to add picture</a:t>
            </a:r>
          </a:p>
        </p:txBody>
      </p:sp>
      <p:sp>
        <p:nvSpPr>
          <p:cNvPr id="4" name="Rectangle 3">
            <a:extLst>
              <a:ext uri="{FF2B5EF4-FFF2-40B4-BE49-F238E27FC236}">
                <a16:creationId xmlns:a16="http://schemas.microsoft.com/office/drawing/2014/main" id="{35CD2915-BBAC-A1F0-BC9D-D3EBE576B6CA}"/>
              </a:ext>
            </a:extLst>
          </p:cNvPr>
          <p:cNvSpPr/>
          <p:nvPr userDrawn="1"/>
        </p:nvSpPr>
        <p:spPr>
          <a:xfrm>
            <a:off x="361950" y="327025"/>
            <a:ext cx="11468100" cy="6203950"/>
          </a:xfrm>
          <a:prstGeom prst="rect">
            <a:avLst/>
          </a:prstGeom>
          <a:noFill/>
          <a:ln w="28575" cap="flat">
            <a:solidFill>
              <a:schemeClr val="accent3">
                <a:lumMod val="40000"/>
                <a:lumOff val="60000"/>
              </a:schemeClr>
            </a:solidFill>
            <a:prstDash val="solid"/>
            <a:miter/>
          </a:ln>
        </p:spPr>
        <p:txBody>
          <a:bodyPr rtlCol="0" anchor="ctr"/>
          <a:lstStyle/>
          <a:p>
            <a:pPr algn="l"/>
            <a:endParaRPr lang="en-US" dirty="0"/>
          </a:p>
        </p:txBody>
      </p:sp>
      <p:cxnSp>
        <p:nvCxnSpPr>
          <p:cNvPr id="6" name="Straight Connector 5">
            <a:extLst>
              <a:ext uri="{FF2B5EF4-FFF2-40B4-BE49-F238E27FC236}">
                <a16:creationId xmlns:a16="http://schemas.microsoft.com/office/drawing/2014/main" id="{731F310B-7369-4DED-0D01-CE0B2057D9A2}"/>
              </a:ext>
            </a:extLst>
          </p:cNvPr>
          <p:cNvCxnSpPr>
            <a:cxnSpLocks/>
          </p:cNvCxnSpPr>
          <p:nvPr/>
        </p:nvCxnSpPr>
        <p:spPr>
          <a:xfrm flipV="1">
            <a:off x="6096000" y="6281057"/>
            <a:ext cx="0" cy="249918"/>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7F80554-A5C0-4DF5-30C7-E8509F4304C5}"/>
              </a:ext>
            </a:extLst>
          </p:cNvPr>
          <p:cNvCxnSpPr>
            <a:cxnSpLocks/>
          </p:cNvCxnSpPr>
          <p:nvPr/>
        </p:nvCxnSpPr>
        <p:spPr>
          <a:xfrm flipV="1">
            <a:off x="6096000" y="327025"/>
            <a:ext cx="0" cy="6160861"/>
          </a:xfrm>
          <a:prstGeom prst="line">
            <a:avLst/>
          </a:prstGeom>
          <a:ln w="28575">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4722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01">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A9154-5D3B-2CDD-4D46-FD8867EFC004}"/>
              </a:ext>
            </a:extLst>
          </p:cNvPr>
          <p:cNvSpPr>
            <a:spLocks noGrp="1"/>
          </p:cNvSpPr>
          <p:nvPr>
            <p:ph type="title"/>
          </p:nvPr>
        </p:nvSpPr>
        <p:spPr>
          <a:xfrm>
            <a:off x="838200" y="853333"/>
            <a:ext cx="4844143" cy="5151334"/>
          </a:xfrm>
        </p:spPr>
        <p:txBody>
          <a:bodyPr anchor="ctr">
            <a:normAutofit/>
          </a:bodyPr>
          <a:lstStyle>
            <a:lvl1pPr algn="ctr">
              <a:defRPr sz="3600">
                <a:solidFill>
                  <a:schemeClr val="accent3"/>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6455228" y="853333"/>
            <a:ext cx="4997631" cy="5151334"/>
          </a:xfrm>
        </p:spPr>
        <p:txBody>
          <a:bodyPr anchor="ctr" anchorCtr="0">
            <a:normAutofit/>
          </a:bodyPr>
          <a:lstStyle>
            <a:lvl1pPr marL="0" indent="0">
              <a:lnSpc>
                <a:spcPct val="100000"/>
              </a:lnSpc>
              <a:buFont typeface="Arial" panose="020B0604020202020204" pitchFamily="34" charset="0"/>
              <a:buNone/>
              <a:defRPr lang="en-US" sz="2000" kern="1200" dirty="0">
                <a:solidFill>
                  <a:schemeClr val="tx1"/>
                </a:solidFill>
                <a:latin typeface="+mn-lt"/>
                <a:ea typeface="+mn-ea"/>
                <a:cs typeface="+mn-cs"/>
              </a:defRPr>
            </a:lvl1pPr>
            <a:lvl2pPr marL="800100" indent="-342900">
              <a:lnSpc>
                <a:spcPct val="100000"/>
              </a:lnSpc>
              <a:buFont typeface="Arial" panose="020B0604020202020204" pitchFamily="34" charset="0"/>
              <a:buChar char="•"/>
              <a:defRPr lang="en-US" sz="2000" kern="1200" dirty="0">
                <a:solidFill>
                  <a:schemeClr val="tx1"/>
                </a:solidFill>
                <a:latin typeface="+mn-lt"/>
                <a:ea typeface="+mn-ea"/>
                <a:cs typeface="+mn-cs"/>
              </a:defRPr>
            </a:lvl2pPr>
            <a:lvl3pPr marL="1257300" indent="-342900">
              <a:lnSpc>
                <a:spcPct val="100000"/>
              </a:lnSpc>
              <a:buFont typeface="Arial" panose="020B0604020202020204" pitchFamily="34" charset="0"/>
              <a:buChar char="•"/>
              <a:defRPr lang="en-US" sz="2000" kern="1200" dirty="0">
                <a:solidFill>
                  <a:schemeClr val="tx1"/>
                </a:solidFill>
                <a:latin typeface="+mn-lt"/>
                <a:ea typeface="+mn-ea"/>
                <a:cs typeface="+mn-cs"/>
              </a:defRPr>
            </a:lvl3pPr>
            <a:lvl4pPr marL="1714500" indent="-342900">
              <a:lnSpc>
                <a:spcPct val="100000"/>
              </a:lnSpc>
              <a:buFont typeface="Arial" panose="020B0604020202020204" pitchFamily="34" charset="0"/>
              <a:buChar char="•"/>
              <a:defRPr lang="en-US" sz="2000" kern="1200" dirty="0">
                <a:solidFill>
                  <a:schemeClr val="tx1"/>
                </a:solidFill>
                <a:latin typeface="+mn-lt"/>
                <a:ea typeface="+mn-ea"/>
                <a:cs typeface="+mn-cs"/>
              </a:defRPr>
            </a:lvl4pPr>
            <a:lvl5pPr marL="2171700" indent="-342900">
              <a:lnSpc>
                <a:spcPct val="100000"/>
              </a:lnSpc>
              <a:buFont typeface="Arial" panose="020B0604020202020204" pitchFamily="34" charset="0"/>
              <a:buChar char="•"/>
              <a:defRPr lang="en-US" sz="2000" kern="1200" dirty="0">
                <a:solidFill>
                  <a:schemeClr val="tx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4">
            <a:extLst>
              <a:ext uri="{FF2B5EF4-FFF2-40B4-BE49-F238E27FC236}">
                <a16:creationId xmlns:a16="http://schemas.microsoft.com/office/drawing/2014/main" id="{024DDF44-6A4A-DA03-A8BE-598DC99E8900}"/>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
        <p:nvSpPr>
          <p:cNvPr id="13" name="Date Placeholder 3">
            <a:extLst>
              <a:ext uri="{FF2B5EF4-FFF2-40B4-BE49-F238E27FC236}">
                <a16:creationId xmlns:a16="http://schemas.microsoft.com/office/drawing/2014/main" id="{27F1B34D-5253-5267-DEAA-572BCF19BF8A}"/>
              </a:ext>
            </a:extLst>
          </p:cNvPr>
          <p:cNvSpPr>
            <a:spLocks noGrp="1"/>
          </p:cNvSpPr>
          <p:nvPr>
            <p:ph type="dt" sz="half" idx="2"/>
          </p:nvPr>
        </p:nvSpPr>
        <p:spPr>
          <a:xfrm>
            <a:off x="8610600" y="6118484"/>
            <a:ext cx="2743200" cy="365125"/>
          </a:xfrm>
          <a:prstGeom prst="rect">
            <a:avLst/>
          </a:prstGeom>
        </p:spPr>
        <p:txBody>
          <a:bodyPr vert="horz" lIns="91440" tIns="45720" rIns="91440" bIns="45720" rtlCol="0" anchor="ctr"/>
          <a:lstStyle>
            <a:lvl1pPr algn="r">
              <a:defRPr sz="1100">
                <a:solidFill>
                  <a:schemeClr val="accent3"/>
                </a:solidFill>
              </a:defRPr>
            </a:lvl1pPr>
          </a:lstStyle>
          <a:p>
            <a:fld id="{222400DF-651A-4479-9C74-9CDA47151016}" type="datetime1">
              <a:rPr lang="en-US" smtClean="0"/>
              <a:t>2/3/2026</a:t>
            </a:fld>
            <a:endParaRPr lang="en-US" dirty="0"/>
          </a:p>
        </p:txBody>
      </p:sp>
    </p:spTree>
    <p:extLst>
      <p:ext uri="{BB962C8B-B14F-4D97-AF65-F5344CB8AC3E}">
        <p14:creationId xmlns:p14="http://schemas.microsoft.com/office/powerpoint/2010/main" val="1456234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0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AD403-A15F-4A2F-B050-AB874136E732}"/>
              </a:ext>
            </a:extLst>
          </p:cNvPr>
          <p:cNvSpPr>
            <a:spLocks noGrp="1"/>
          </p:cNvSpPr>
          <p:nvPr>
            <p:ph type="title"/>
          </p:nvPr>
        </p:nvSpPr>
        <p:spPr>
          <a:xfrm>
            <a:off x="838200" y="853334"/>
            <a:ext cx="4844142" cy="3939646"/>
          </a:xfrm>
        </p:spPr>
        <p:txBody>
          <a:bodyPr anchor="t">
            <a:noAutofit/>
          </a:bodyPr>
          <a:lstStyle>
            <a:lvl1pPr algn="l">
              <a:defRPr sz="5400" b="0">
                <a:solidFill>
                  <a:schemeClr val="accent1">
                    <a:lumMod val="20000"/>
                    <a:lumOff val="80000"/>
                  </a:schemeClr>
                </a:solidFill>
              </a:defRPr>
            </a:lvl1pPr>
          </a:lstStyle>
          <a:p>
            <a:r>
              <a:rPr lang="en-US" noProof="0"/>
              <a:t>Click to edit Master title style</a:t>
            </a:r>
            <a:endParaRPr lang="en-US" noProof="0" dirty="0"/>
          </a:p>
        </p:txBody>
      </p:sp>
      <p:sp>
        <p:nvSpPr>
          <p:cNvPr id="3" name="Text Placeholder 14">
            <a:extLst>
              <a:ext uri="{FF2B5EF4-FFF2-40B4-BE49-F238E27FC236}">
                <a16:creationId xmlns:a16="http://schemas.microsoft.com/office/drawing/2014/main" id="{4F555129-A180-DABF-24A6-1FBDA958D770}"/>
              </a:ext>
            </a:extLst>
          </p:cNvPr>
          <p:cNvSpPr>
            <a:spLocks noGrp="1"/>
          </p:cNvSpPr>
          <p:nvPr>
            <p:ph type="body" sz="quarter" idx="13"/>
          </p:nvPr>
        </p:nvSpPr>
        <p:spPr>
          <a:xfrm>
            <a:off x="838199" y="5029200"/>
            <a:ext cx="4844143" cy="1169761"/>
          </a:xfrm>
        </p:spPr>
        <p:txBody>
          <a:bodyPr anchor="b">
            <a:normAutofit/>
          </a:bodyPr>
          <a:lstStyle>
            <a:lvl1pPr marL="0" indent="0" algn="l">
              <a:buNone/>
              <a:defRPr sz="1800" b="0" i="0" cap="all" spc="300" baseline="0">
                <a:solidFill>
                  <a:schemeClr val="accent1">
                    <a:lumMod val="20000"/>
                    <a:lumOff val="80000"/>
                  </a:schemeClr>
                </a:solidFill>
              </a:defRPr>
            </a:lvl1pPr>
          </a:lstStyle>
          <a:p>
            <a:pPr lvl="0"/>
            <a:r>
              <a:rPr lang="en-US" noProof="0"/>
              <a:t>Click to edit Master text styles</a:t>
            </a:r>
          </a:p>
        </p:txBody>
      </p:sp>
      <p:sp>
        <p:nvSpPr>
          <p:cNvPr id="5" name="Picture Placeholder 4">
            <a:extLst>
              <a:ext uri="{FF2B5EF4-FFF2-40B4-BE49-F238E27FC236}">
                <a16:creationId xmlns:a16="http://schemas.microsoft.com/office/drawing/2014/main" id="{7E309519-3E22-556C-E01C-12137A86C950}"/>
              </a:ext>
            </a:extLst>
          </p:cNvPr>
          <p:cNvSpPr>
            <a:spLocks noGrp="1"/>
          </p:cNvSpPr>
          <p:nvPr>
            <p:ph type="pic" sz="quarter" idx="11"/>
          </p:nvPr>
        </p:nvSpPr>
        <p:spPr>
          <a:xfrm>
            <a:off x="6428012" y="685800"/>
            <a:ext cx="5070020" cy="5486400"/>
          </a:xfrm>
          <a:custGeom>
            <a:avLst/>
            <a:gdLst>
              <a:gd name="connsiteX0" fmla="*/ 5070020 w 5070020"/>
              <a:gd name="connsiteY0" fmla="*/ 0 h 5486400"/>
              <a:gd name="connsiteX1" fmla="*/ 5070020 w 5070020"/>
              <a:gd name="connsiteY1" fmla="*/ 5486400 h 5486400"/>
              <a:gd name="connsiteX2" fmla="*/ 0 w 5070020"/>
              <a:gd name="connsiteY2" fmla="*/ 5486399 h 5486400"/>
              <a:gd name="connsiteX3" fmla="*/ 0 w 5070020"/>
              <a:gd name="connsiteY3" fmla="*/ 579095 h 5486400"/>
              <a:gd name="connsiteX4" fmla="*/ 268 w 5070020"/>
              <a:gd name="connsiteY4" fmla="*/ 579362 h 5486400"/>
              <a:gd name="connsiteX5" fmla="*/ 582189 w 5070020"/>
              <a:gd name="connsiteY5" fmla="*/ 266 h 5486400"/>
              <a:gd name="connsiteX6" fmla="*/ 581922 w 5070020"/>
              <a:gd name="connsiteY6" fmla="*/ 1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70020" h="5486400">
                <a:moveTo>
                  <a:pt x="5070020" y="0"/>
                </a:moveTo>
                <a:lnTo>
                  <a:pt x="5070020" y="5486400"/>
                </a:lnTo>
                <a:lnTo>
                  <a:pt x="0" y="5486399"/>
                </a:lnTo>
                <a:lnTo>
                  <a:pt x="0" y="579095"/>
                </a:lnTo>
                <a:lnTo>
                  <a:pt x="268" y="579362"/>
                </a:lnTo>
                <a:lnTo>
                  <a:pt x="582189" y="266"/>
                </a:lnTo>
                <a:lnTo>
                  <a:pt x="581922" y="1"/>
                </a:lnTo>
                <a:close/>
              </a:path>
            </a:pathLst>
          </a:custGeom>
        </p:spPr>
        <p:txBody>
          <a:bodyPr wrap="square">
            <a:noAutofit/>
          </a:bodyPr>
          <a:lstStyle>
            <a:lvl1pPr marL="0" indent="0" algn="ctr">
              <a:buNone/>
              <a:defRPr sz="1600"/>
            </a:lvl1pPr>
          </a:lstStyle>
          <a:p>
            <a:r>
              <a:rPr lang="en-US"/>
              <a:t>Click icon to add picture</a:t>
            </a:r>
          </a:p>
        </p:txBody>
      </p:sp>
      <p:sp>
        <p:nvSpPr>
          <p:cNvPr id="4" name="Rectangle 3">
            <a:extLst>
              <a:ext uri="{FF2B5EF4-FFF2-40B4-BE49-F238E27FC236}">
                <a16:creationId xmlns:a16="http://schemas.microsoft.com/office/drawing/2014/main" id="{35CD2915-BBAC-A1F0-BC9D-D3EBE576B6CA}"/>
              </a:ext>
            </a:extLst>
          </p:cNvPr>
          <p:cNvSpPr/>
          <p:nvPr userDrawn="1"/>
        </p:nvSpPr>
        <p:spPr>
          <a:xfrm>
            <a:off x="361950" y="327025"/>
            <a:ext cx="11468100" cy="6203950"/>
          </a:xfrm>
          <a:prstGeom prst="rect">
            <a:avLst/>
          </a:prstGeom>
          <a:noFill/>
          <a:ln w="28575" cap="flat">
            <a:solidFill>
              <a:schemeClr val="accent3">
                <a:lumMod val="60000"/>
                <a:lumOff val="40000"/>
              </a:schemeClr>
            </a:solidFill>
            <a:prstDash val="solid"/>
            <a:miter/>
          </a:ln>
        </p:spPr>
        <p:txBody>
          <a:bodyPr rtlCol="0" anchor="ctr"/>
          <a:lstStyle/>
          <a:p>
            <a:pPr algn="l"/>
            <a:endParaRPr lang="en-US" dirty="0"/>
          </a:p>
        </p:txBody>
      </p:sp>
      <p:cxnSp>
        <p:nvCxnSpPr>
          <p:cNvPr id="6" name="Straight Connector 5">
            <a:extLst>
              <a:ext uri="{FF2B5EF4-FFF2-40B4-BE49-F238E27FC236}">
                <a16:creationId xmlns:a16="http://schemas.microsoft.com/office/drawing/2014/main" id="{731F310B-7369-4DED-0D01-CE0B2057D9A2}"/>
              </a:ext>
            </a:extLst>
          </p:cNvPr>
          <p:cNvCxnSpPr>
            <a:cxnSpLocks/>
          </p:cNvCxnSpPr>
          <p:nvPr/>
        </p:nvCxnSpPr>
        <p:spPr>
          <a:xfrm flipV="1">
            <a:off x="6096000" y="6281057"/>
            <a:ext cx="0" cy="249918"/>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7F80554-A5C0-4DF5-30C7-E8509F4304C5}"/>
              </a:ext>
            </a:extLst>
          </p:cNvPr>
          <p:cNvCxnSpPr>
            <a:cxnSpLocks/>
          </p:cNvCxnSpPr>
          <p:nvPr/>
        </p:nvCxnSpPr>
        <p:spPr>
          <a:xfrm flipV="1">
            <a:off x="6096000" y="327025"/>
            <a:ext cx="0" cy="6160861"/>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6933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567DDB1-50BA-053F-5044-13CD972E03BF}"/>
              </a:ext>
            </a:extLst>
          </p:cNvPr>
          <p:cNvSpPr>
            <a:spLocks noGrp="1"/>
          </p:cNvSpPr>
          <p:nvPr>
            <p:ph type="title"/>
          </p:nvPr>
        </p:nvSpPr>
        <p:spPr>
          <a:xfrm>
            <a:off x="838200" y="853333"/>
            <a:ext cx="4844143" cy="2792412"/>
          </a:xfrm>
        </p:spPr>
        <p:txBody>
          <a:bodyPr anchor="t">
            <a:normAutofit/>
          </a:bodyPr>
          <a:lstStyle>
            <a:lvl1pPr algn="l">
              <a:defRPr sz="3600">
                <a:solidFill>
                  <a:schemeClr val="accent3"/>
                </a:solidFill>
              </a:defRPr>
            </a:lvl1pPr>
          </a:lstStyle>
          <a:p>
            <a:r>
              <a:rPr lang="en-US"/>
              <a:t>Click to edit Master title style</a:t>
            </a:r>
            <a:endParaRPr lang="en-US" dirty="0"/>
          </a:p>
        </p:txBody>
      </p:sp>
      <p:sp>
        <p:nvSpPr>
          <p:cNvPr id="2" name="Content Placeholder 3">
            <a:extLst>
              <a:ext uri="{FF2B5EF4-FFF2-40B4-BE49-F238E27FC236}">
                <a16:creationId xmlns:a16="http://schemas.microsoft.com/office/drawing/2014/main" id="{E0F5E438-B3C9-C45F-E900-E6E1E3E8DB1B}"/>
              </a:ext>
            </a:extLst>
          </p:cNvPr>
          <p:cNvSpPr>
            <a:spLocks noGrp="1"/>
          </p:cNvSpPr>
          <p:nvPr>
            <p:ph sz="half" idx="13"/>
          </p:nvPr>
        </p:nvSpPr>
        <p:spPr>
          <a:xfrm>
            <a:off x="838200" y="3813681"/>
            <a:ext cx="4898571" cy="2188317"/>
          </a:xfrm>
        </p:spPr>
        <p:txBody>
          <a:bodyPr>
            <a:normAutofit/>
          </a:bodyPr>
          <a:lstStyle>
            <a:lvl1pPr marL="0" indent="0">
              <a:lnSpc>
                <a:spcPct val="100000"/>
              </a:lnSpc>
              <a:buFont typeface="Arial" panose="020B0604020202020204" pitchFamily="34" charset="0"/>
              <a:buNone/>
              <a:defRPr sz="2000">
                <a:solidFill>
                  <a:schemeClr val="tx1"/>
                </a:solidFill>
              </a:defRPr>
            </a:lvl1pPr>
            <a:lvl2pPr marL="457200" indent="0">
              <a:lnSpc>
                <a:spcPct val="100000"/>
              </a:lnSpc>
              <a:buFont typeface="Arial" panose="020B0604020202020204" pitchFamily="34" charset="0"/>
              <a:buNone/>
              <a:defRPr sz="2000">
                <a:solidFill>
                  <a:schemeClr val="tx1"/>
                </a:solidFill>
              </a:defRPr>
            </a:lvl2pPr>
            <a:lvl3pPr marL="914400" indent="0">
              <a:lnSpc>
                <a:spcPct val="100000"/>
              </a:lnSpc>
              <a:buFont typeface="Arial" panose="020B0604020202020204" pitchFamily="34" charset="0"/>
              <a:buNone/>
              <a:defRPr sz="2000">
                <a:solidFill>
                  <a:schemeClr val="tx1"/>
                </a:solidFill>
              </a:defRPr>
            </a:lvl3pPr>
            <a:lvl4pPr marL="1371600" indent="0">
              <a:lnSpc>
                <a:spcPct val="100000"/>
              </a:lnSpc>
              <a:buFont typeface="Arial" panose="020B0604020202020204" pitchFamily="34" charset="0"/>
              <a:buNone/>
              <a:defRPr sz="2000">
                <a:solidFill>
                  <a:schemeClr val="tx1"/>
                </a:solidFill>
              </a:defRPr>
            </a:lvl4pPr>
            <a:lvl5pPr marL="1828800" indent="0">
              <a:lnSpc>
                <a:spcPct val="100000"/>
              </a:lnSpc>
              <a:buFont typeface="Arial" panose="020B0604020202020204" pitchFamily="34" charset="0"/>
              <a:buNone/>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6509656" y="850392"/>
            <a:ext cx="4844144" cy="5404104"/>
          </a:xfrm>
        </p:spPr>
        <p:txBody>
          <a:bodyPr>
            <a:normAutofit/>
          </a:bodyPr>
          <a:lstStyle>
            <a:lvl1pPr marL="0" indent="0">
              <a:lnSpc>
                <a:spcPct val="100000"/>
              </a:lnSpc>
              <a:buNone/>
              <a:defRPr sz="2400">
                <a:solidFill>
                  <a:schemeClr val="tx1"/>
                </a:solidFill>
              </a:defRPr>
            </a:lvl1pPr>
            <a:lvl2pPr marL="800100" indent="-342900">
              <a:lnSpc>
                <a:spcPct val="100000"/>
              </a:lnSpc>
              <a:buFont typeface="Arial" panose="020B0604020202020204" pitchFamily="34" charset="0"/>
              <a:buChar char="•"/>
              <a:defRPr sz="2400">
                <a:solidFill>
                  <a:schemeClr val="tx1"/>
                </a:solidFill>
              </a:defRPr>
            </a:lvl2pPr>
            <a:lvl3pPr marL="1257300" indent="-342900">
              <a:lnSpc>
                <a:spcPct val="100000"/>
              </a:lnSpc>
              <a:buFont typeface="Arial" panose="020B0604020202020204" pitchFamily="34" charset="0"/>
              <a:buChar char="•"/>
              <a:defRPr sz="2400">
                <a:solidFill>
                  <a:schemeClr val="tx1"/>
                </a:solidFill>
              </a:defRPr>
            </a:lvl3pPr>
            <a:lvl4pPr marL="1714500" indent="-342900">
              <a:lnSpc>
                <a:spcPct val="100000"/>
              </a:lnSpc>
              <a:buFont typeface="Arial" panose="020B0604020202020204" pitchFamily="34" charset="0"/>
              <a:buChar char="•"/>
              <a:defRPr sz="2400">
                <a:solidFill>
                  <a:schemeClr val="tx1"/>
                </a:solidFill>
              </a:defRPr>
            </a:lvl4pPr>
            <a:lvl5pPr marL="2171700" indent="-342900">
              <a:lnSpc>
                <a:spcPct val="100000"/>
              </a:lnSpc>
              <a:buFont typeface="Arial" panose="020B0604020202020204" pitchFamily="34" charset="0"/>
              <a:buChar char="•"/>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a:extLst>
              <a:ext uri="{FF2B5EF4-FFF2-40B4-BE49-F238E27FC236}">
                <a16:creationId xmlns:a16="http://schemas.microsoft.com/office/drawing/2014/main" id="{779B0408-F353-B756-0CA4-644E881D17F4}"/>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
        <p:nvSpPr>
          <p:cNvPr id="5" name="Date Placeholder 3">
            <a:extLst>
              <a:ext uri="{FF2B5EF4-FFF2-40B4-BE49-F238E27FC236}">
                <a16:creationId xmlns:a16="http://schemas.microsoft.com/office/drawing/2014/main" id="{AD520D91-492B-A641-A848-BEB3248265F5}"/>
              </a:ext>
            </a:extLst>
          </p:cNvPr>
          <p:cNvSpPr>
            <a:spLocks noGrp="1"/>
          </p:cNvSpPr>
          <p:nvPr>
            <p:ph type="dt" sz="half" idx="14"/>
          </p:nvPr>
        </p:nvSpPr>
        <p:spPr>
          <a:xfrm>
            <a:off x="8610600" y="6118484"/>
            <a:ext cx="2743200" cy="365125"/>
          </a:xfrm>
          <a:prstGeom prst="rect">
            <a:avLst/>
          </a:prstGeom>
        </p:spPr>
        <p:txBody>
          <a:bodyPr vert="horz" lIns="91440" tIns="45720" rIns="91440" bIns="45720" rtlCol="0" anchor="ctr"/>
          <a:lstStyle>
            <a:lvl1pPr algn="r">
              <a:defRPr sz="1100">
                <a:solidFill>
                  <a:schemeClr val="accent3"/>
                </a:solidFill>
              </a:defRPr>
            </a:lvl1pPr>
          </a:lstStyle>
          <a:p>
            <a:fld id="{1201FEBF-D140-4633-9B70-3A503CA61AD4}" type="datetime1">
              <a:rPr lang="en-US" smtClean="0"/>
              <a:t>2/3/2026</a:t>
            </a:fld>
            <a:endParaRPr lang="en-US" dirty="0"/>
          </a:p>
        </p:txBody>
      </p:sp>
    </p:spTree>
    <p:extLst>
      <p:ext uri="{BB962C8B-B14F-4D97-AF65-F5344CB8AC3E}">
        <p14:creationId xmlns:p14="http://schemas.microsoft.com/office/powerpoint/2010/main" val="2529031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bg>
      <p:bgPr>
        <a:solidFill>
          <a:schemeClr val="accent1">
            <a:lumMod val="20000"/>
            <a:lumOff val="80000"/>
          </a:schemeClr>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ACD9AFCA-1D1A-D583-A3C7-F086816A2315}"/>
              </a:ext>
            </a:extLst>
          </p:cNvPr>
          <p:cNvCxnSpPr>
            <a:cxnSpLocks/>
          </p:cNvCxnSpPr>
          <p:nvPr userDrawn="1"/>
        </p:nvCxnSpPr>
        <p:spPr>
          <a:xfrm flipV="1">
            <a:off x="6096000" y="327025"/>
            <a:ext cx="0" cy="6160861"/>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4606A35E-DBB6-E5DF-F837-92E894DDB6DF}"/>
              </a:ext>
            </a:extLst>
          </p:cNvPr>
          <p:cNvSpPr>
            <a:spLocks noGrp="1"/>
          </p:cNvSpPr>
          <p:nvPr>
            <p:ph type="title"/>
          </p:nvPr>
        </p:nvSpPr>
        <p:spPr>
          <a:xfrm>
            <a:off x="838200" y="853333"/>
            <a:ext cx="4844143" cy="2792412"/>
          </a:xfrm>
        </p:spPr>
        <p:txBody>
          <a:bodyPr anchor="t">
            <a:normAutofit/>
          </a:bodyPr>
          <a:lstStyle>
            <a:lvl1pPr algn="l">
              <a:defRPr sz="3600">
                <a:solidFill>
                  <a:schemeClr val="accent3"/>
                </a:solidFill>
              </a:defRPr>
            </a:lvl1pPr>
          </a:lstStyle>
          <a:p>
            <a:r>
              <a:rPr lang="en-US"/>
              <a:t>Click to edit Master title style</a:t>
            </a:r>
            <a:endParaRPr lang="en-US" dirty="0"/>
          </a:p>
        </p:txBody>
      </p:sp>
      <p:sp>
        <p:nvSpPr>
          <p:cNvPr id="5" name="Content Placeholder 3">
            <a:extLst>
              <a:ext uri="{FF2B5EF4-FFF2-40B4-BE49-F238E27FC236}">
                <a16:creationId xmlns:a16="http://schemas.microsoft.com/office/drawing/2014/main" id="{0899541C-E35F-E909-EAA3-7931F9A15E4A}"/>
              </a:ext>
            </a:extLst>
          </p:cNvPr>
          <p:cNvSpPr>
            <a:spLocks noGrp="1"/>
          </p:cNvSpPr>
          <p:nvPr>
            <p:ph sz="half" idx="2"/>
          </p:nvPr>
        </p:nvSpPr>
        <p:spPr>
          <a:xfrm>
            <a:off x="838200" y="3813682"/>
            <a:ext cx="4898571" cy="2188317"/>
          </a:xfrm>
        </p:spPr>
        <p:txBody>
          <a:bodyPr>
            <a:normAutofit/>
          </a:bodyPr>
          <a:lstStyle>
            <a:lvl1pPr marL="0" indent="0">
              <a:lnSpc>
                <a:spcPct val="100000"/>
              </a:lnSpc>
              <a:buFont typeface="Arial" panose="020B0604020202020204" pitchFamily="34" charset="0"/>
              <a:buNone/>
              <a:defRPr sz="2000">
                <a:solidFill>
                  <a:schemeClr val="tx1"/>
                </a:solidFill>
              </a:defRPr>
            </a:lvl1pPr>
            <a:lvl2pPr marL="457200" indent="0">
              <a:lnSpc>
                <a:spcPct val="100000"/>
              </a:lnSpc>
              <a:buFont typeface="Arial" panose="020B0604020202020204" pitchFamily="34" charset="0"/>
              <a:buNone/>
              <a:defRPr sz="2000">
                <a:solidFill>
                  <a:schemeClr val="tx1"/>
                </a:solidFill>
              </a:defRPr>
            </a:lvl2pPr>
            <a:lvl3pPr marL="914400" indent="0">
              <a:lnSpc>
                <a:spcPct val="100000"/>
              </a:lnSpc>
              <a:buFont typeface="Arial" panose="020B0604020202020204" pitchFamily="34" charset="0"/>
              <a:buNone/>
              <a:defRPr sz="2000">
                <a:solidFill>
                  <a:schemeClr val="tx1"/>
                </a:solidFill>
              </a:defRPr>
            </a:lvl3pPr>
            <a:lvl4pPr marL="1371600" indent="0">
              <a:lnSpc>
                <a:spcPct val="100000"/>
              </a:lnSpc>
              <a:buFont typeface="Arial" panose="020B0604020202020204" pitchFamily="34" charset="0"/>
              <a:buNone/>
              <a:defRPr sz="2000">
                <a:solidFill>
                  <a:schemeClr val="tx1"/>
                </a:solidFill>
              </a:defRPr>
            </a:lvl4pPr>
            <a:lvl5pPr marL="1828800" indent="0">
              <a:lnSpc>
                <a:spcPct val="100000"/>
              </a:lnSpc>
              <a:buFont typeface="Arial" panose="020B0604020202020204" pitchFamily="34" charset="0"/>
              <a:buNone/>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1">
            <a:extLst>
              <a:ext uri="{FF2B5EF4-FFF2-40B4-BE49-F238E27FC236}">
                <a16:creationId xmlns:a16="http://schemas.microsoft.com/office/drawing/2014/main" id="{9DB7DBB6-A2E9-1B6C-7928-330959C46249}"/>
              </a:ext>
            </a:extLst>
          </p:cNvPr>
          <p:cNvSpPr>
            <a:spLocks noGrp="1"/>
          </p:cNvSpPr>
          <p:nvPr>
            <p:ph type="pic" sz="quarter" idx="11"/>
          </p:nvPr>
        </p:nvSpPr>
        <p:spPr>
          <a:xfrm>
            <a:off x="6428012" y="685800"/>
            <a:ext cx="5070020" cy="5486400"/>
          </a:xfrm>
          <a:custGeom>
            <a:avLst/>
            <a:gdLst>
              <a:gd name="connsiteX0" fmla="*/ 5070020 w 5070020"/>
              <a:gd name="connsiteY0" fmla="*/ 0 h 5486400"/>
              <a:gd name="connsiteX1" fmla="*/ 5070020 w 5070020"/>
              <a:gd name="connsiteY1" fmla="*/ 5486400 h 5486400"/>
              <a:gd name="connsiteX2" fmla="*/ 0 w 5070020"/>
              <a:gd name="connsiteY2" fmla="*/ 5486399 h 5486400"/>
              <a:gd name="connsiteX3" fmla="*/ 0 w 5070020"/>
              <a:gd name="connsiteY3" fmla="*/ 579095 h 5486400"/>
              <a:gd name="connsiteX4" fmla="*/ 268 w 5070020"/>
              <a:gd name="connsiteY4" fmla="*/ 579362 h 5486400"/>
              <a:gd name="connsiteX5" fmla="*/ 582189 w 5070020"/>
              <a:gd name="connsiteY5" fmla="*/ 266 h 5486400"/>
              <a:gd name="connsiteX6" fmla="*/ 581922 w 5070020"/>
              <a:gd name="connsiteY6" fmla="*/ 1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70020" h="5486400">
                <a:moveTo>
                  <a:pt x="5070020" y="0"/>
                </a:moveTo>
                <a:lnTo>
                  <a:pt x="5070020" y="5486400"/>
                </a:lnTo>
                <a:lnTo>
                  <a:pt x="0" y="5486399"/>
                </a:lnTo>
                <a:lnTo>
                  <a:pt x="0" y="579095"/>
                </a:lnTo>
                <a:lnTo>
                  <a:pt x="268" y="579362"/>
                </a:lnTo>
                <a:lnTo>
                  <a:pt x="582189" y="266"/>
                </a:lnTo>
                <a:lnTo>
                  <a:pt x="581922" y="1"/>
                </a:lnTo>
                <a:close/>
              </a:path>
            </a:pathLst>
          </a:custGeom>
        </p:spPr>
        <p:txBody>
          <a:bodyPr wrap="square">
            <a:noAutofit/>
          </a:bodyPr>
          <a:lstStyle>
            <a:lvl1pPr marL="0" indent="0" algn="ctr">
              <a:buNone/>
              <a:defRPr sz="1600"/>
            </a:lvl1pPr>
          </a:lstStyle>
          <a:p>
            <a:r>
              <a:rPr lang="en-US"/>
              <a:t>Click icon to add picture</a:t>
            </a:r>
          </a:p>
        </p:txBody>
      </p:sp>
      <p:sp>
        <p:nvSpPr>
          <p:cNvPr id="9" name="Footer Placeholder 4">
            <a:extLst>
              <a:ext uri="{FF2B5EF4-FFF2-40B4-BE49-F238E27FC236}">
                <a16:creationId xmlns:a16="http://schemas.microsoft.com/office/drawing/2014/main" id="{2D560E12-0714-B7BE-9ED4-842720026BED}"/>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Tree>
    <p:extLst>
      <p:ext uri="{BB962C8B-B14F-4D97-AF65-F5344CB8AC3E}">
        <p14:creationId xmlns:p14="http://schemas.microsoft.com/office/powerpoint/2010/main" val="3179846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8BA9668-A78D-632D-FE8F-C62FE04F29A6}"/>
              </a:ext>
            </a:extLst>
          </p:cNvPr>
          <p:cNvSpPr>
            <a:spLocks noGrp="1"/>
          </p:cNvSpPr>
          <p:nvPr>
            <p:ph type="title"/>
          </p:nvPr>
        </p:nvSpPr>
        <p:spPr>
          <a:xfrm>
            <a:off x="838200" y="853333"/>
            <a:ext cx="4844143" cy="2792412"/>
          </a:xfrm>
        </p:spPr>
        <p:txBody>
          <a:bodyPr anchor="t">
            <a:normAutofit/>
          </a:bodyPr>
          <a:lstStyle>
            <a:lvl1pPr algn="l">
              <a:defRPr sz="3600">
                <a:solidFill>
                  <a:schemeClr val="accent3"/>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838200" y="3813682"/>
            <a:ext cx="4898571" cy="2188317"/>
          </a:xfrm>
        </p:spPr>
        <p:txBody>
          <a:bodyPr>
            <a:normAutofit/>
          </a:bodyPr>
          <a:lstStyle>
            <a:lvl1pPr marL="0" indent="0">
              <a:lnSpc>
                <a:spcPct val="100000"/>
              </a:lnSpc>
              <a:buFont typeface="Arial" panose="020B0604020202020204" pitchFamily="34" charset="0"/>
              <a:buNone/>
              <a:defRPr sz="2000">
                <a:solidFill>
                  <a:schemeClr val="tx1"/>
                </a:solidFill>
              </a:defRPr>
            </a:lvl1pPr>
            <a:lvl2pPr marL="457200" indent="0">
              <a:lnSpc>
                <a:spcPct val="100000"/>
              </a:lnSpc>
              <a:buFont typeface="Arial" panose="020B0604020202020204" pitchFamily="34" charset="0"/>
              <a:buNone/>
              <a:defRPr sz="2000">
                <a:solidFill>
                  <a:schemeClr val="tx1"/>
                </a:solidFill>
              </a:defRPr>
            </a:lvl2pPr>
            <a:lvl3pPr marL="914400" indent="0">
              <a:lnSpc>
                <a:spcPct val="100000"/>
              </a:lnSpc>
              <a:buFont typeface="Arial" panose="020B0604020202020204" pitchFamily="34" charset="0"/>
              <a:buNone/>
              <a:defRPr sz="2000">
                <a:solidFill>
                  <a:schemeClr val="tx1"/>
                </a:solidFill>
              </a:defRPr>
            </a:lvl3pPr>
            <a:lvl4pPr marL="1371600" indent="0">
              <a:lnSpc>
                <a:spcPct val="100000"/>
              </a:lnSpc>
              <a:buFont typeface="Arial" panose="020B0604020202020204" pitchFamily="34" charset="0"/>
              <a:buNone/>
              <a:defRPr sz="2000">
                <a:solidFill>
                  <a:schemeClr val="tx1"/>
                </a:solidFill>
              </a:defRPr>
            </a:lvl4pPr>
            <a:lvl5pPr marL="1828800" indent="0">
              <a:lnSpc>
                <a:spcPct val="100000"/>
              </a:lnSpc>
              <a:buFont typeface="Arial" panose="020B0604020202020204" pitchFamily="34" charset="0"/>
              <a:buNone/>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3">
            <a:extLst>
              <a:ext uri="{FF2B5EF4-FFF2-40B4-BE49-F238E27FC236}">
                <a16:creationId xmlns:a16="http://schemas.microsoft.com/office/drawing/2014/main" id="{37C70689-88FA-027C-9354-13057024FA9F}"/>
              </a:ext>
            </a:extLst>
          </p:cNvPr>
          <p:cNvSpPr>
            <a:spLocks noGrp="1"/>
          </p:cNvSpPr>
          <p:nvPr>
            <p:ph sz="half" idx="13"/>
          </p:nvPr>
        </p:nvSpPr>
        <p:spPr>
          <a:xfrm>
            <a:off x="6455228" y="853334"/>
            <a:ext cx="4898571" cy="5151334"/>
          </a:xfrm>
        </p:spPr>
        <p:txBody>
          <a:bodyPr>
            <a:normAutofit/>
          </a:bodyPr>
          <a:lstStyle>
            <a:lvl1pPr marL="0" indent="0">
              <a:lnSpc>
                <a:spcPct val="100000"/>
              </a:lnSpc>
              <a:buFont typeface="Arial" panose="020B0604020202020204" pitchFamily="34" charset="0"/>
              <a:buNone/>
              <a:defRPr lang="en-US" sz="2400" b="1" kern="1200" dirty="0">
                <a:solidFill>
                  <a:schemeClr val="accent3"/>
                </a:solidFill>
                <a:latin typeface="+mn-lt"/>
                <a:ea typeface="+mn-ea"/>
                <a:cs typeface="+mn-cs"/>
              </a:defRPr>
            </a:lvl1pPr>
            <a:lvl2pPr marL="800100" indent="-342900">
              <a:lnSpc>
                <a:spcPct val="100000"/>
              </a:lnSpc>
              <a:buFont typeface="Arial" panose="020B0604020202020204" pitchFamily="34" charset="0"/>
              <a:buChar char="•"/>
              <a:defRPr lang="en-US" sz="2400" b="0" kern="1200" dirty="0">
                <a:solidFill>
                  <a:schemeClr val="accent3"/>
                </a:solidFill>
                <a:latin typeface="+mn-lt"/>
                <a:ea typeface="+mn-ea"/>
                <a:cs typeface="+mn-cs"/>
              </a:defRPr>
            </a:lvl2pPr>
            <a:lvl3pPr marL="1257300" indent="-342900">
              <a:lnSpc>
                <a:spcPct val="100000"/>
              </a:lnSpc>
              <a:buFont typeface="Arial" panose="020B0604020202020204" pitchFamily="34" charset="0"/>
              <a:buChar char="•"/>
              <a:defRPr lang="en-US" sz="2400" b="0" kern="1200" dirty="0">
                <a:solidFill>
                  <a:schemeClr val="accent3"/>
                </a:solidFill>
                <a:latin typeface="+mn-lt"/>
                <a:ea typeface="+mn-ea"/>
                <a:cs typeface="+mn-cs"/>
              </a:defRPr>
            </a:lvl3pPr>
            <a:lvl4pPr marL="1714500" indent="-342900">
              <a:lnSpc>
                <a:spcPct val="100000"/>
              </a:lnSpc>
              <a:buFont typeface="Arial" panose="020B0604020202020204" pitchFamily="34" charset="0"/>
              <a:buChar char="•"/>
              <a:defRPr lang="en-US" sz="2400" b="0" kern="1200" dirty="0">
                <a:solidFill>
                  <a:schemeClr val="accent3"/>
                </a:solidFill>
                <a:latin typeface="+mn-lt"/>
                <a:ea typeface="+mn-ea"/>
                <a:cs typeface="+mn-cs"/>
              </a:defRPr>
            </a:lvl4pPr>
            <a:lvl5pPr marL="2171700" indent="-342900">
              <a:lnSpc>
                <a:spcPct val="100000"/>
              </a:lnSpc>
              <a:buFont typeface="Arial" panose="020B0604020202020204" pitchFamily="34" charset="0"/>
              <a:buChar char="•"/>
              <a:defRPr lang="en-US" sz="2400" b="0" kern="1200" dirty="0">
                <a:solidFill>
                  <a:schemeClr val="accent3"/>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Straight Connector 11">
            <a:extLst>
              <a:ext uri="{FF2B5EF4-FFF2-40B4-BE49-F238E27FC236}">
                <a16:creationId xmlns:a16="http://schemas.microsoft.com/office/drawing/2014/main" id="{87C0568B-88EF-9F5A-D39D-8C9C4C573B4B}"/>
              </a:ext>
            </a:extLst>
          </p:cNvPr>
          <p:cNvCxnSpPr>
            <a:cxnSpLocks/>
          </p:cNvCxnSpPr>
          <p:nvPr userDrawn="1"/>
        </p:nvCxnSpPr>
        <p:spPr>
          <a:xfrm flipV="1">
            <a:off x="6096000" y="327025"/>
            <a:ext cx="0" cy="6160861"/>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A0033C0F-A5E1-BC81-421E-44E417A29822}"/>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
        <p:nvSpPr>
          <p:cNvPr id="14" name="Date Placeholder 3">
            <a:extLst>
              <a:ext uri="{FF2B5EF4-FFF2-40B4-BE49-F238E27FC236}">
                <a16:creationId xmlns:a16="http://schemas.microsoft.com/office/drawing/2014/main" id="{AEBBC30C-0776-B059-2CBB-EE2982ECB7D2}"/>
              </a:ext>
            </a:extLst>
          </p:cNvPr>
          <p:cNvSpPr>
            <a:spLocks noGrp="1"/>
          </p:cNvSpPr>
          <p:nvPr>
            <p:ph type="dt" sz="half" idx="14"/>
          </p:nvPr>
        </p:nvSpPr>
        <p:spPr>
          <a:xfrm>
            <a:off x="8610600" y="6118484"/>
            <a:ext cx="2743200" cy="365125"/>
          </a:xfrm>
          <a:prstGeom prst="rect">
            <a:avLst/>
          </a:prstGeom>
        </p:spPr>
        <p:txBody>
          <a:bodyPr vert="horz" lIns="91440" tIns="45720" rIns="91440" bIns="45720" rtlCol="0" anchor="ctr"/>
          <a:lstStyle>
            <a:lvl1pPr algn="r">
              <a:defRPr sz="1100">
                <a:solidFill>
                  <a:schemeClr val="accent3"/>
                </a:solidFill>
              </a:defRPr>
            </a:lvl1pPr>
          </a:lstStyle>
          <a:p>
            <a:fld id="{B63BE472-3891-4216-B770-F52E53667131}" type="datetime1">
              <a:rPr lang="en-US" smtClean="0"/>
              <a:t>2/3/2026</a:t>
            </a:fld>
            <a:endParaRPr lang="en-US" dirty="0"/>
          </a:p>
        </p:txBody>
      </p:sp>
    </p:spTree>
    <p:extLst>
      <p:ext uri="{BB962C8B-B14F-4D97-AF65-F5344CB8AC3E}">
        <p14:creationId xmlns:p14="http://schemas.microsoft.com/office/powerpoint/2010/main" val="1778875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3">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838200" y="853333"/>
            <a:ext cx="4844143" cy="2792412"/>
          </a:xfrm>
        </p:spPr>
        <p:txBody>
          <a:bodyPr anchor="t">
            <a:normAutofit/>
          </a:bodyPr>
          <a:lstStyle>
            <a:lvl1pPr algn="l">
              <a:defRPr sz="3600">
                <a:solidFill>
                  <a:schemeClr val="accent3"/>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BE7B972-F1A2-D06A-182F-39D29608A679}"/>
              </a:ext>
            </a:extLst>
          </p:cNvPr>
          <p:cNvSpPr>
            <a:spLocks noGrp="1"/>
          </p:cNvSpPr>
          <p:nvPr>
            <p:ph sz="quarter" idx="13"/>
          </p:nvPr>
        </p:nvSpPr>
        <p:spPr>
          <a:xfrm>
            <a:off x="837521" y="3880757"/>
            <a:ext cx="4844142" cy="212316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7">
            <a:extLst>
              <a:ext uri="{FF2B5EF4-FFF2-40B4-BE49-F238E27FC236}">
                <a16:creationId xmlns:a16="http://schemas.microsoft.com/office/drawing/2014/main" id="{36484A33-80F1-829D-3F76-3176D5B8D516}"/>
              </a:ext>
            </a:extLst>
          </p:cNvPr>
          <p:cNvSpPr>
            <a:spLocks noGrp="1"/>
          </p:cNvSpPr>
          <p:nvPr>
            <p:ph sz="quarter" idx="16"/>
          </p:nvPr>
        </p:nvSpPr>
        <p:spPr>
          <a:xfrm>
            <a:off x="6509658" y="850392"/>
            <a:ext cx="4844142" cy="5153533"/>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Footer Placeholder 4">
            <a:extLst>
              <a:ext uri="{FF2B5EF4-FFF2-40B4-BE49-F238E27FC236}">
                <a16:creationId xmlns:a16="http://schemas.microsoft.com/office/drawing/2014/main" id="{E3E568F1-97D8-9686-E47A-F520BE6B136B}"/>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
        <p:nvSpPr>
          <p:cNvPr id="12" name="Date Placeholder 3">
            <a:extLst>
              <a:ext uri="{FF2B5EF4-FFF2-40B4-BE49-F238E27FC236}">
                <a16:creationId xmlns:a16="http://schemas.microsoft.com/office/drawing/2014/main" id="{274116E6-D006-0D1F-861D-2B50A4E1D5E4}"/>
              </a:ext>
            </a:extLst>
          </p:cNvPr>
          <p:cNvSpPr>
            <a:spLocks noGrp="1"/>
          </p:cNvSpPr>
          <p:nvPr>
            <p:ph type="dt" sz="half" idx="2"/>
          </p:nvPr>
        </p:nvSpPr>
        <p:spPr>
          <a:xfrm>
            <a:off x="8610600" y="6118484"/>
            <a:ext cx="2743200" cy="365125"/>
          </a:xfrm>
          <a:prstGeom prst="rect">
            <a:avLst/>
          </a:prstGeom>
        </p:spPr>
        <p:txBody>
          <a:bodyPr vert="horz" lIns="91440" tIns="45720" rIns="91440" bIns="45720" rtlCol="0" anchor="ctr"/>
          <a:lstStyle>
            <a:lvl1pPr algn="r">
              <a:defRPr sz="1100">
                <a:solidFill>
                  <a:schemeClr val="accent3"/>
                </a:solidFill>
              </a:defRPr>
            </a:lvl1pPr>
          </a:lstStyle>
          <a:p>
            <a:fld id="{92C9618A-2189-4802-BD34-F288EF802528}" type="datetime1">
              <a:rPr lang="en-US" smtClean="0"/>
              <a:t>2/3/2026</a:t>
            </a:fld>
            <a:endParaRPr lang="en-US" dirty="0"/>
          </a:p>
        </p:txBody>
      </p:sp>
    </p:spTree>
    <p:extLst>
      <p:ext uri="{BB962C8B-B14F-4D97-AF65-F5344CB8AC3E}">
        <p14:creationId xmlns:p14="http://schemas.microsoft.com/office/powerpoint/2010/main" val="2657380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E0AD4BE-B150-7C27-72CC-9AAE5D788775}"/>
              </a:ext>
            </a:extLst>
          </p:cNvPr>
          <p:cNvSpPr>
            <a:spLocks noGrp="1"/>
          </p:cNvSpPr>
          <p:nvPr>
            <p:ph type="title"/>
          </p:nvPr>
        </p:nvSpPr>
        <p:spPr>
          <a:xfrm>
            <a:off x="838198" y="853335"/>
            <a:ext cx="10515602" cy="1377184"/>
          </a:xfrm>
        </p:spPr>
        <p:txBody>
          <a:bodyPr anchor="t" anchorCtr="0">
            <a:normAutofit/>
          </a:bodyPr>
          <a:lstStyle>
            <a:lvl1pPr>
              <a:defRPr lang="en-US" sz="3600" b="0" kern="1200" dirty="0">
                <a:solidFill>
                  <a:schemeClr val="accent3"/>
                </a:solidFill>
                <a:latin typeface="+mj-lt"/>
                <a:ea typeface="+mj-ea"/>
                <a:cs typeface="+mj-cs"/>
              </a:defRPr>
            </a:lvl1pPr>
          </a:lstStyle>
          <a:p>
            <a:r>
              <a:rPr lang="en-US"/>
              <a:t>Click to edit Master title style</a:t>
            </a:r>
            <a:endParaRPr lang="en-US" dirty="0"/>
          </a:p>
        </p:txBody>
      </p:sp>
      <p:sp>
        <p:nvSpPr>
          <p:cNvPr id="6" name="Content Placeholder 7">
            <a:extLst>
              <a:ext uri="{FF2B5EF4-FFF2-40B4-BE49-F238E27FC236}">
                <a16:creationId xmlns:a16="http://schemas.microsoft.com/office/drawing/2014/main" id="{0AFDFBEE-19C9-1F3E-D9C5-CE7C9A3CDE11}"/>
              </a:ext>
            </a:extLst>
          </p:cNvPr>
          <p:cNvSpPr>
            <a:spLocks noGrp="1"/>
          </p:cNvSpPr>
          <p:nvPr>
            <p:ph sz="quarter" idx="14"/>
          </p:nvPr>
        </p:nvSpPr>
        <p:spPr>
          <a:xfrm>
            <a:off x="837520" y="2651758"/>
            <a:ext cx="10515601" cy="3466725"/>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4">
            <a:extLst>
              <a:ext uri="{FF2B5EF4-FFF2-40B4-BE49-F238E27FC236}">
                <a16:creationId xmlns:a16="http://schemas.microsoft.com/office/drawing/2014/main" id="{0694F3BC-3534-81A8-CF89-6C667BDFE3BA}"/>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
        <p:nvSpPr>
          <p:cNvPr id="2" name="Date Placeholder 3">
            <a:extLst>
              <a:ext uri="{FF2B5EF4-FFF2-40B4-BE49-F238E27FC236}">
                <a16:creationId xmlns:a16="http://schemas.microsoft.com/office/drawing/2014/main" id="{DAD02BD2-09CD-274D-9F5F-AD0DCD9B1580}"/>
              </a:ext>
            </a:extLst>
          </p:cNvPr>
          <p:cNvSpPr>
            <a:spLocks noGrp="1"/>
          </p:cNvSpPr>
          <p:nvPr>
            <p:ph type="dt" sz="half" idx="2"/>
          </p:nvPr>
        </p:nvSpPr>
        <p:spPr>
          <a:xfrm>
            <a:off x="8610600" y="6118484"/>
            <a:ext cx="2743200" cy="365125"/>
          </a:xfrm>
          <a:prstGeom prst="rect">
            <a:avLst/>
          </a:prstGeom>
        </p:spPr>
        <p:txBody>
          <a:bodyPr vert="horz" lIns="91440" tIns="45720" rIns="91440" bIns="45720" rtlCol="0" anchor="ctr"/>
          <a:lstStyle>
            <a:lvl1pPr algn="r">
              <a:defRPr sz="1100">
                <a:solidFill>
                  <a:schemeClr val="accent3"/>
                </a:solidFill>
              </a:defRPr>
            </a:lvl1pPr>
          </a:lstStyle>
          <a:p>
            <a:fld id="{F9880A97-BB72-4C49-B020-C005FF9D43B4}" type="datetime1">
              <a:rPr lang="en-US" smtClean="0"/>
              <a:t>2/3/2026</a:t>
            </a:fld>
            <a:endParaRPr lang="en-US" dirty="0"/>
          </a:p>
        </p:txBody>
      </p:sp>
    </p:spTree>
    <p:extLst>
      <p:ext uri="{BB962C8B-B14F-4D97-AF65-F5344CB8AC3E}">
        <p14:creationId xmlns:p14="http://schemas.microsoft.com/office/powerpoint/2010/main" val="2860902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0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AD403-A15F-4A2F-B050-AB874136E732}"/>
              </a:ext>
            </a:extLst>
          </p:cNvPr>
          <p:cNvSpPr>
            <a:spLocks noGrp="1"/>
          </p:cNvSpPr>
          <p:nvPr>
            <p:ph type="title"/>
          </p:nvPr>
        </p:nvSpPr>
        <p:spPr>
          <a:xfrm>
            <a:off x="1704181" y="2167821"/>
            <a:ext cx="8783638" cy="2522359"/>
          </a:xfrm>
        </p:spPr>
        <p:txBody>
          <a:bodyPr anchor="ctr">
            <a:noAutofit/>
          </a:bodyPr>
          <a:lstStyle>
            <a:lvl1pPr algn="ctr">
              <a:defRPr sz="5400" b="0">
                <a:solidFill>
                  <a:schemeClr val="accent1">
                    <a:lumMod val="20000"/>
                    <a:lumOff val="80000"/>
                  </a:schemeClr>
                </a:solidFill>
              </a:defRPr>
            </a:lvl1pPr>
          </a:lstStyle>
          <a:p>
            <a:r>
              <a:rPr lang="en-US" noProof="0"/>
              <a:t>Click to edit Master title style</a:t>
            </a:r>
            <a:endParaRPr lang="en-US" noProof="0" dirty="0"/>
          </a:p>
        </p:txBody>
      </p:sp>
      <p:sp>
        <p:nvSpPr>
          <p:cNvPr id="3" name="Rectangle 2">
            <a:extLst>
              <a:ext uri="{FF2B5EF4-FFF2-40B4-BE49-F238E27FC236}">
                <a16:creationId xmlns:a16="http://schemas.microsoft.com/office/drawing/2014/main" id="{96DACFE4-8E78-B00D-57EB-B4DF9B274276}"/>
              </a:ext>
            </a:extLst>
          </p:cNvPr>
          <p:cNvSpPr/>
          <p:nvPr userDrawn="1"/>
        </p:nvSpPr>
        <p:spPr>
          <a:xfrm>
            <a:off x="361950" y="327025"/>
            <a:ext cx="11468100" cy="6203950"/>
          </a:xfrm>
          <a:prstGeom prst="rect">
            <a:avLst/>
          </a:prstGeom>
          <a:noFill/>
          <a:ln w="28575" cap="flat">
            <a:solidFill>
              <a:schemeClr val="accent3">
                <a:lumMod val="40000"/>
                <a:lumOff val="60000"/>
              </a:schemeClr>
            </a:solidFill>
            <a:prstDash val="solid"/>
            <a:miter/>
          </a:ln>
        </p:spPr>
        <p:txBody>
          <a:bodyPr rtlCol="0" anchor="ctr"/>
          <a:lstStyle/>
          <a:p>
            <a:pPr algn="l"/>
            <a:endParaRPr lang="en-US" dirty="0"/>
          </a:p>
        </p:txBody>
      </p:sp>
      <p:grpSp>
        <p:nvGrpSpPr>
          <p:cNvPr id="4" name="Group 3">
            <a:extLst>
              <a:ext uri="{FF2B5EF4-FFF2-40B4-BE49-F238E27FC236}">
                <a16:creationId xmlns:a16="http://schemas.microsoft.com/office/drawing/2014/main" id="{EF81E591-3873-6FE4-95EB-DA604EDF9EBC}"/>
              </a:ext>
            </a:extLst>
          </p:cNvPr>
          <p:cNvGrpSpPr/>
          <p:nvPr userDrawn="1"/>
        </p:nvGrpSpPr>
        <p:grpSpPr>
          <a:xfrm>
            <a:off x="6096000" y="327025"/>
            <a:ext cx="0" cy="6203950"/>
            <a:chOff x="6096000" y="327025"/>
            <a:chExt cx="0" cy="6203950"/>
          </a:xfrm>
        </p:grpSpPr>
        <p:cxnSp>
          <p:nvCxnSpPr>
            <p:cNvPr id="5" name="Straight Connector 4">
              <a:extLst>
                <a:ext uri="{FF2B5EF4-FFF2-40B4-BE49-F238E27FC236}">
                  <a16:creationId xmlns:a16="http://schemas.microsoft.com/office/drawing/2014/main" id="{0A7C9956-6C25-EB39-6997-F949957C62D7}"/>
                </a:ext>
              </a:extLst>
            </p:cNvPr>
            <p:cNvCxnSpPr>
              <a:cxnSpLocks/>
            </p:cNvCxnSpPr>
            <p:nvPr/>
          </p:nvCxnSpPr>
          <p:spPr>
            <a:xfrm flipV="1">
              <a:off x="6096000" y="6281057"/>
              <a:ext cx="0" cy="249918"/>
            </a:xfrm>
            <a:prstGeom prst="line">
              <a:avLst/>
            </a:prstGeom>
            <a:ln w="28575">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88B0979-92D8-B3DF-EEC8-6ACC5604FAFF}"/>
                </a:ext>
              </a:extLst>
            </p:cNvPr>
            <p:cNvCxnSpPr>
              <a:cxnSpLocks/>
            </p:cNvCxnSpPr>
            <p:nvPr/>
          </p:nvCxnSpPr>
          <p:spPr>
            <a:xfrm flipV="1">
              <a:off x="6096000" y="327025"/>
              <a:ext cx="0" cy="249918"/>
            </a:xfrm>
            <a:prstGeom prst="line">
              <a:avLst/>
            </a:prstGeom>
            <a:ln w="28575">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226106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04">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8BA9668-A78D-632D-FE8F-C62FE04F29A6}"/>
              </a:ext>
            </a:extLst>
          </p:cNvPr>
          <p:cNvSpPr>
            <a:spLocks noGrp="1"/>
          </p:cNvSpPr>
          <p:nvPr>
            <p:ph type="title"/>
          </p:nvPr>
        </p:nvSpPr>
        <p:spPr>
          <a:xfrm>
            <a:off x="838200" y="853333"/>
            <a:ext cx="4844143" cy="2792412"/>
          </a:xfrm>
        </p:spPr>
        <p:txBody>
          <a:bodyPr anchor="t">
            <a:normAutofit/>
          </a:bodyPr>
          <a:lstStyle>
            <a:lvl1pPr algn="l">
              <a:defRPr sz="3600">
                <a:solidFill>
                  <a:schemeClr val="accent3"/>
                </a:solidFill>
              </a:defRPr>
            </a:lvl1pPr>
          </a:lstStyle>
          <a:p>
            <a:r>
              <a:rPr lang="en-US"/>
              <a:t>Click to edit Master title style</a:t>
            </a:r>
            <a:endParaRPr lang="en-US" dirty="0"/>
          </a:p>
        </p:txBody>
      </p:sp>
      <p:sp>
        <p:nvSpPr>
          <p:cNvPr id="5" name="Content Placeholder 7">
            <a:extLst>
              <a:ext uri="{FF2B5EF4-FFF2-40B4-BE49-F238E27FC236}">
                <a16:creationId xmlns:a16="http://schemas.microsoft.com/office/drawing/2014/main" id="{0DA40DDB-ECC4-BF05-805D-56550EB8CB9B}"/>
              </a:ext>
            </a:extLst>
          </p:cNvPr>
          <p:cNvSpPr>
            <a:spLocks noGrp="1"/>
          </p:cNvSpPr>
          <p:nvPr>
            <p:ph sz="quarter" idx="15"/>
          </p:nvPr>
        </p:nvSpPr>
        <p:spPr>
          <a:xfrm>
            <a:off x="837521" y="3813681"/>
            <a:ext cx="4844142" cy="2188317"/>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3">
            <a:extLst>
              <a:ext uri="{FF2B5EF4-FFF2-40B4-BE49-F238E27FC236}">
                <a16:creationId xmlns:a16="http://schemas.microsoft.com/office/drawing/2014/main" id="{37C70689-88FA-027C-9354-13057024FA9F}"/>
              </a:ext>
            </a:extLst>
          </p:cNvPr>
          <p:cNvSpPr>
            <a:spLocks noGrp="1"/>
          </p:cNvSpPr>
          <p:nvPr>
            <p:ph sz="half" idx="13"/>
          </p:nvPr>
        </p:nvSpPr>
        <p:spPr>
          <a:xfrm>
            <a:off x="6455228" y="853334"/>
            <a:ext cx="4898571" cy="5151334"/>
          </a:xfrm>
        </p:spPr>
        <p:txBody>
          <a:bodyPr>
            <a:normAutofit/>
          </a:bodyPr>
          <a:lstStyle>
            <a:lvl1pPr marL="342900" indent="-342900">
              <a:lnSpc>
                <a:spcPct val="100000"/>
              </a:lnSpc>
              <a:buFont typeface="Arial" panose="020B0604020202020204" pitchFamily="34" charset="0"/>
              <a:buChar char="•"/>
              <a:defRPr lang="en-US" sz="2400" b="1" kern="1200" dirty="0">
                <a:solidFill>
                  <a:schemeClr val="accent3"/>
                </a:solidFill>
                <a:latin typeface="+mn-lt"/>
                <a:ea typeface="+mn-ea"/>
                <a:cs typeface="+mn-cs"/>
              </a:defRPr>
            </a:lvl1pPr>
            <a:lvl2pPr marL="347472" indent="0">
              <a:lnSpc>
                <a:spcPct val="100000"/>
              </a:lnSpc>
              <a:spcBef>
                <a:spcPts val="0"/>
              </a:spcBef>
              <a:buFont typeface="Arial" panose="020B0604020202020204" pitchFamily="34" charset="0"/>
              <a:buNone/>
              <a:defRPr lang="en-US" sz="2400" b="0" kern="1200" dirty="0">
                <a:solidFill>
                  <a:schemeClr val="accent3"/>
                </a:solidFill>
                <a:latin typeface="+mn-lt"/>
                <a:ea typeface="+mn-ea"/>
                <a:cs typeface="+mn-cs"/>
              </a:defRPr>
            </a:lvl2pPr>
            <a:lvl3pPr marL="731520" indent="-342900">
              <a:lnSpc>
                <a:spcPct val="100000"/>
              </a:lnSpc>
              <a:spcBef>
                <a:spcPts val="1000"/>
              </a:spcBef>
              <a:buFont typeface="Arial" panose="020B0604020202020204" pitchFamily="34" charset="0"/>
              <a:buChar char="•"/>
              <a:defRPr lang="en-US" sz="2400" b="1" kern="1200" dirty="0">
                <a:solidFill>
                  <a:schemeClr val="accent3"/>
                </a:solidFill>
                <a:latin typeface="+mn-lt"/>
                <a:ea typeface="+mn-ea"/>
                <a:cs typeface="+mn-cs"/>
              </a:defRPr>
            </a:lvl3pPr>
            <a:lvl4pPr marL="731520" indent="0">
              <a:lnSpc>
                <a:spcPct val="100000"/>
              </a:lnSpc>
              <a:spcBef>
                <a:spcPts val="0"/>
              </a:spcBef>
              <a:buFont typeface="Arial" panose="020B0604020202020204" pitchFamily="34" charset="0"/>
              <a:buNone/>
              <a:defRPr lang="en-US" sz="2400" b="0" kern="1200" dirty="0">
                <a:solidFill>
                  <a:schemeClr val="accent3"/>
                </a:solidFill>
                <a:latin typeface="+mn-lt"/>
                <a:ea typeface="+mn-ea"/>
                <a:cs typeface="+mn-cs"/>
              </a:defRPr>
            </a:lvl4pPr>
            <a:lvl5pPr marL="1097280" indent="-342900">
              <a:lnSpc>
                <a:spcPct val="100000"/>
              </a:lnSpc>
              <a:spcBef>
                <a:spcPts val="1000"/>
              </a:spcBef>
              <a:buFont typeface="Arial" panose="020B0604020202020204" pitchFamily="34" charset="0"/>
              <a:buChar char="•"/>
              <a:defRPr lang="en-US" sz="2400" b="0" kern="1200" dirty="0">
                <a:solidFill>
                  <a:schemeClr val="accent3"/>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Straight Connector 11">
            <a:extLst>
              <a:ext uri="{FF2B5EF4-FFF2-40B4-BE49-F238E27FC236}">
                <a16:creationId xmlns:a16="http://schemas.microsoft.com/office/drawing/2014/main" id="{87C0568B-88EF-9F5A-D39D-8C9C4C573B4B}"/>
              </a:ext>
            </a:extLst>
          </p:cNvPr>
          <p:cNvCxnSpPr>
            <a:cxnSpLocks/>
          </p:cNvCxnSpPr>
          <p:nvPr userDrawn="1"/>
        </p:nvCxnSpPr>
        <p:spPr>
          <a:xfrm flipV="1">
            <a:off x="6096000" y="327025"/>
            <a:ext cx="0" cy="6160861"/>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Footer Placeholder 4">
            <a:extLst>
              <a:ext uri="{FF2B5EF4-FFF2-40B4-BE49-F238E27FC236}">
                <a16:creationId xmlns:a16="http://schemas.microsoft.com/office/drawing/2014/main" id="{14585FEF-898A-BE20-0E49-7060E3A08DBE}"/>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
        <p:nvSpPr>
          <p:cNvPr id="2" name="Date Placeholder 3">
            <a:extLst>
              <a:ext uri="{FF2B5EF4-FFF2-40B4-BE49-F238E27FC236}">
                <a16:creationId xmlns:a16="http://schemas.microsoft.com/office/drawing/2014/main" id="{0CAC8CAA-7BE1-C6AD-8CAA-7EF23C3F3856}"/>
              </a:ext>
            </a:extLst>
          </p:cNvPr>
          <p:cNvSpPr>
            <a:spLocks noGrp="1"/>
          </p:cNvSpPr>
          <p:nvPr>
            <p:ph type="dt" sz="half" idx="14"/>
          </p:nvPr>
        </p:nvSpPr>
        <p:spPr>
          <a:xfrm>
            <a:off x="8610600" y="6118484"/>
            <a:ext cx="2743200" cy="365125"/>
          </a:xfrm>
          <a:prstGeom prst="rect">
            <a:avLst/>
          </a:prstGeom>
        </p:spPr>
        <p:txBody>
          <a:bodyPr vert="horz" lIns="91440" tIns="45720" rIns="91440" bIns="45720" rtlCol="0" anchor="ctr"/>
          <a:lstStyle>
            <a:lvl1pPr algn="r">
              <a:defRPr sz="1100">
                <a:solidFill>
                  <a:schemeClr val="accent3"/>
                </a:solidFill>
              </a:defRPr>
            </a:lvl1pPr>
          </a:lstStyle>
          <a:p>
            <a:fld id="{8B1E16E5-E5E5-4583-9AF7-83D9607A8145}" type="datetime1">
              <a:rPr lang="en-US" smtClean="0"/>
              <a:t>2/3/2026</a:t>
            </a:fld>
            <a:endParaRPr lang="en-US" dirty="0"/>
          </a:p>
        </p:txBody>
      </p:sp>
    </p:spTree>
    <p:extLst>
      <p:ext uri="{BB962C8B-B14F-4D97-AF65-F5344CB8AC3E}">
        <p14:creationId xmlns:p14="http://schemas.microsoft.com/office/powerpoint/2010/main" val="31129725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754505" y="1013460"/>
            <a:ext cx="8682990" cy="2230802"/>
          </a:xfrm>
        </p:spPr>
        <p:txBody>
          <a:bodyPr anchor="b">
            <a:normAutofit/>
          </a:bodyPr>
          <a:lstStyle>
            <a:lvl1pPr algn="ctr">
              <a:defRPr sz="4800">
                <a:solidFill>
                  <a:schemeClr val="accent3"/>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1754505" y="3429000"/>
            <a:ext cx="8682989" cy="2230802"/>
          </a:xfrm>
        </p:spPr>
        <p:txBody>
          <a:bodyPr anchor="t" anchorCtr="0">
            <a:normAutofit/>
          </a:bodyPr>
          <a:lstStyle>
            <a:lvl1pPr marL="0" indent="0" algn="ctr">
              <a:lnSpc>
                <a:spcPct val="200000"/>
              </a:lnSpc>
              <a:buNone/>
              <a:defRPr lang="en-US" sz="1600" kern="1200" cap="all" spc="300" dirty="0">
                <a:solidFill>
                  <a:prstClr val="black"/>
                </a:solidFill>
                <a:latin typeface="+mn-lt"/>
                <a:ea typeface="+mn-ea"/>
                <a:cs typeface="+mn-cs"/>
              </a:defRPr>
            </a:lvl1pPr>
            <a:lvl2pPr marL="742950" indent="-285750" algn="ctr">
              <a:lnSpc>
                <a:spcPct val="110000"/>
              </a:lnSpc>
              <a:buFont typeface="Arial" panose="020B0604020202020204" pitchFamily="34" charset="0"/>
              <a:buChar char="•"/>
              <a:defRPr lang="en-US" sz="1600" kern="1200" cap="none" spc="0" baseline="0" dirty="0">
                <a:solidFill>
                  <a:prstClr val="black"/>
                </a:solidFill>
                <a:latin typeface="+mn-lt"/>
                <a:ea typeface="+mn-ea"/>
                <a:cs typeface="+mn-cs"/>
              </a:defRPr>
            </a:lvl2pPr>
            <a:lvl3pPr marL="1200150" indent="-285750" algn="ctr">
              <a:lnSpc>
                <a:spcPct val="110000"/>
              </a:lnSpc>
              <a:buFont typeface="Arial" panose="020B0604020202020204" pitchFamily="34" charset="0"/>
              <a:buChar char="•"/>
              <a:defRPr lang="en-US" sz="1600" kern="1200" cap="none" spc="0" baseline="0" dirty="0">
                <a:solidFill>
                  <a:prstClr val="black"/>
                </a:solidFill>
                <a:latin typeface="+mn-lt"/>
                <a:ea typeface="+mn-ea"/>
                <a:cs typeface="+mn-cs"/>
              </a:defRPr>
            </a:lvl3pPr>
            <a:lvl4pPr marL="1657350" indent="-285750" algn="ctr">
              <a:lnSpc>
                <a:spcPct val="110000"/>
              </a:lnSpc>
              <a:buFont typeface="Arial" panose="020B0604020202020204" pitchFamily="34" charset="0"/>
              <a:buChar char="•"/>
              <a:defRPr lang="en-US" sz="1600" kern="1200" cap="none" spc="0" baseline="0" dirty="0">
                <a:solidFill>
                  <a:prstClr val="black"/>
                </a:solidFill>
                <a:latin typeface="+mn-lt"/>
                <a:ea typeface="+mn-ea"/>
                <a:cs typeface="+mn-cs"/>
              </a:defRPr>
            </a:lvl4pPr>
            <a:lvl5pPr marL="2114550" indent="-285750" algn="ctr">
              <a:lnSpc>
                <a:spcPct val="110000"/>
              </a:lnSpc>
              <a:buFont typeface="Arial" panose="020B0604020202020204" pitchFamily="34" charset="0"/>
              <a:buChar char="•"/>
              <a:defRPr lang="en-US" sz="1600" kern="1200" cap="none" spc="0" baseline="0" dirty="0">
                <a:solidFill>
                  <a:prstClr val="black"/>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207540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DB6A3A-74E6-4FE2-8AD2-CEB0704471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endParaRPr lang="en-US" noProof="0" dirty="0"/>
          </a:p>
        </p:txBody>
      </p:sp>
      <p:sp>
        <p:nvSpPr>
          <p:cNvPr id="3" name="Text Placeholder 2">
            <a:extLst>
              <a:ext uri="{FF2B5EF4-FFF2-40B4-BE49-F238E27FC236}">
                <a16:creationId xmlns:a16="http://schemas.microsoft.com/office/drawing/2014/main" id="{2C0128AA-FDF4-4DD5-A009-3C58D24570F2}"/>
              </a:ext>
            </a:extLst>
          </p:cNvPr>
          <p:cNvSpPr>
            <a:spLocks noGrp="1"/>
          </p:cNvSpPr>
          <p:nvPr>
            <p:ph type="body" idx="1"/>
          </p:nvPr>
        </p:nvSpPr>
        <p:spPr>
          <a:xfrm>
            <a:off x="838200" y="1825625"/>
            <a:ext cx="10515600" cy="4048274"/>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Date Placeholder 3">
            <a:extLst>
              <a:ext uri="{FF2B5EF4-FFF2-40B4-BE49-F238E27FC236}">
                <a16:creationId xmlns:a16="http://schemas.microsoft.com/office/drawing/2014/main" id="{BB1C2DC0-7E13-4A66-9F9B-371BA9C6E4F1}"/>
              </a:ext>
            </a:extLst>
          </p:cNvPr>
          <p:cNvSpPr>
            <a:spLocks noGrp="1"/>
          </p:cNvSpPr>
          <p:nvPr>
            <p:ph type="dt" sz="half" idx="2"/>
          </p:nvPr>
        </p:nvSpPr>
        <p:spPr>
          <a:xfrm>
            <a:off x="8610600" y="6118484"/>
            <a:ext cx="2743200" cy="365125"/>
          </a:xfrm>
          <a:prstGeom prst="rect">
            <a:avLst/>
          </a:prstGeom>
        </p:spPr>
        <p:txBody>
          <a:bodyPr vert="horz" lIns="91440" tIns="45720" rIns="91440" bIns="45720" rtlCol="0" anchor="ctr"/>
          <a:lstStyle>
            <a:lvl1pPr algn="r">
              <a:defRPr sz="1100">
                <a:solidFill>
                  <a:schemeClr val="accent3"/>
                </a:solidFill>
              </a:defRPr>
            </a:lvl1pPr>
          </a:lstStyle>
          <a:p>
            <a:fld id="{3CA3B387-33D3-4D27-BE27-9B85ACC6AC8A}" type="datetime1">
              <a:rPr lang="en-US" smtClean="0"/>
              <a:t>2/3/2026</a:t>
            </a:fld>
            <a:endParaRPr lang="en-US" dirty="0"/>
          </a:p>
        </p:txBody>
      </p:sp>
      <p:sp>
        <p:nvSpPr>
          <p:cNvPr id="11" name="Footer Placeholder 4">
            <a:extLst>
              <a:ext uri="{FF2B5EF4-FFF2-40B4-BE49-F238E27FC236}">
                <a16:creationId xmlns:a16="http://schemas.microsoft.com/office/drawing/2014/main" id="{1F296578-6D40-435B-861E-0904DDC10B7C}"/>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
        <p:nvSpPr>
          <p:cNvPr id="5" name="Rectangle 4">
            <a:extLst>
              <a:ext uri="{FF2B5EF4-FFF2-40B4-BE49-F238E27FC236}">
                <a16:creationId xmlns:a16="http://schemas.microsoft.com/office/drawing/2014/main" id="{BF608E0E-05B9-F221-80C3-04CA4E4ABA35}"/>
              </a:ext>
            </a:extLst>
          </p:cNvPr>
          <p:cNvSpPr/>
          <p:nvPr userDrawn="1"/>
        </p:nvSpPr>
        <p:spPr>
          <a:xfrm>
            <a:off x="361950" y="327025"/>
            <a:ext cx="11468100" cy="6203950"/>
          </a:xfrm>
          <a:prstGeom prst="rect">
            <a:avLst/>
          </a:prstGeom>
          <a:noFill/>
          <a:ln w="28575" cap="flat">
            <a:solidFill>
              <a:schemeClr val="accent3"/>
            </a:solidFill>
            <a:prstDash val="solid"/>
            <a:miter/>
          </a:ln>
        </p:spPr>
        <p:txBody>
          <a:bodyPr rtlCol="0" anchor="ctr"/>
          <a:lstStyle/>
          <a:p>
            <a:pPr algn="l"/>
            <a:endParaRPr lang="en-US" dirty="0"/>
          </a:p>
        </p:txBody>
      </p:sp>
      <p:grpSp>
        <p:nvGrpSpPr>
          <p:cNvPr id="45" name="Group 44">
            <a:extLst>
              <a:ext uri="{FF2B5EF4-FFF2-40B4-BE49-F238E27FC236}">
                <a16:creationId xmlns:a16="http://schemas.microsoft.com/office/drawing/2014/main" id="{0D2231DE-625E-E718-1111-43464C19E14D}"/>
              </a:ext>
            </a:extLst>
          </p:cNvPr>
          <p:cNvGrpSpPr/>
          <p:nvPr userDrawn="1"/>
        </p:nvGrpSpPr>
        <p:grpSpPr>
          <a:xfrm>
            <a:off x="6096000" y="327025"/>
            <a:ext cx="0" cy="6203950"/>
            <a:chOff x="6096000" y="327025"/>
            <a:chExt cx="0" cy="6203950"/>
          </a:xfrm>
        </p:grpSpPr>
        <p:cxnSp>
          <p:nvCxnSpPr>
            <p:cNvPr id="46" name="Straight Connector 45">
              <a:extLst>
                <a:ext uri="{FF2B5EF4-FFF2-40B4-BE49-F238E27FC236}">
                  <a16:creationId xmlns:a16="http://schemas.microsoft.com/office/drawing/2014/main" id="{DC307328-46EA-E83E-5BCB-1C57369D3ACD}"/>
                </a:ext>
              </a:extLst>
            </p:cNvPr>
            <p:cNvCxnSpPr>
              <a:cxnSpLocks/>
            </p:cNvCxnSpPr>
            <p:nvPr/>
          </p:nvCxnSpPr>
          <p:spPr>
            <a:xfrm flipV="1">
              <a:off x="6096000" y="6281057"/>
              <a:ext cx="0" cy="249918"/>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E603F6C5-78F9-FA16-B62C-389A70997BE3}"/>
                </a:ext>
              </a:extLst>
            </p:cNvPr>
            <p:cNvCxnSpPr>
              <a:cxnSpLocks/>
            </p:cNvCxnSpPr>
            <p:nvPr/>
          </p:nvCxnSpPr>
          <p:spPr>
            <a:xfrm flipV="1">
              <a:off x="6096000" y="327025"/>
              <a:ext cx="0" cy="249918"/>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23999130"/>
      </p:ext>
    </p:extLst>
  </p:cSld>
  <p:clrMap bg1="lt1" tx1="dk1" bg2="lt2" tx2="dk2" accent1="accent1" accent2="accent2" accent3="accent3" accent4="accent4" accent5="accent5" accent6="accent6" hlink="hlink" folHlink="folHlink"/>
  <p:sldLayoutIdLst>
    <p:sldLayoutId id="2147483653" r:id="rId1"/>
    <p:sldLayoutId id="2147483696" r:id="rId2"/>
    <p:sldLayoutId id="2147483718" r:id="rId3"/>
    <p:sldLayoutId id="2147483712" r:id="rId4"/>
    <p:sldLayoutId id="2147483719" r:id="rId5"/>
    <p:sldLayoutId id="2147483705" r:id="rId6"/>
    <p:sldLayoutId id="2147483713" r:id="rId7"/>
    <p:sldLayoutId id="2147483699" r:id="rId8"/>
    <p:sldLayoutId id="2147483716" r:id="rId9"/>
    <p:sldLayoutId id="2147483702" r:id="rId10"/>
    <p:sldLayoutId id="2147483714" r:id="rId11"/>
    <p:sldLayoutId id="2147483720" r:id="rId12"/>
    <p:sldLayoutId id="2147483709" r:id="rId13"/>
  </p:sldLayoutIdLst>
  <p:hf hdr="0" ftr="0" dt="0"/>
  <p:txStyles>
    <p:titleStyle>
      <a:lvl1pPr algn="l" defTabSz="914400" rtl="0" eaLnBrk="1" latinLnBrk="0" hangingPunct="1">
        <a:lnSpc>
          <a:spcPct val="90000"/>
        </a:lnSpc>
        <a:spcBef>
          <a:spcPct val="0"/>
        </a:spcBef>
        <a:buNone/>
        <a:defRPr sz="5000" b="0" kern="1200">
          <a:solidFill>
            <a:schemeClr val="accent3"/>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72" userDrawn="1">
          <p15:clr>
            <a:srgbClr val="F26B43"/>
          </p15:clr>
        </p15:guide>
        <p15:guide id="2" pos="574" userDrawn="1">
          <p15:clr>
            <a:srgbClr val="F26B43"/>
          </p15:clr>
        </p15:guide>
        <p15:guide id="3" pos="7106" userDrawn="1">
          <p15:clr>
            <a:srgbClr val="F26B43"/>
          </p15:clr>
        </p15:guide>
        <p15:guide id="4" orient="horz" pos="3748" userDrawn="1">
          <p15:clr>
            <a:srgbClr val="F26B43"/>
          </p15:clr>
        </p15:guide>
        <p15:guide id="5" pos="4407" userDrawn="1">
          <p15:clr>
            <a:srgbClr val="F26B43"/>
          </p15:clr>
        </p15:guide>
        <p15:guide id="6" pos="3273" userDrawn="1">
          <p15:clr>
            <a:srgbClr val="F26B43"/>
          </p15:clr>
        </p15:guide>
        <p15:guide id="7" pos="3840" userDrawn="1">
          <p15:clr>
            <a:srgbClr val="F26B43"/>
          </p15:clr>
        </p15:guide>
        <p15:guide id="8" orient="horz" pos="2160" userDrawn="1">
          <p15:clr>
            <a:srgbClr val="F26B43"/>
          </p15:clr>
        </p15:guide>
        <p15:guide id="9" pos="302" userDrawn="1">
          <p15:clr>
            <a:srgbClr val="F26B43"/>
          </p15:clr>
        </p15:guide>
        <p15:guide id="10" pos="737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6.jfif"/><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hyperlink" Target="https://www.geeksforgeeks.org/system-design/iterator-pattern/" TargetMode="Externa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hyperlink" Target="https://www.geeksforgeeks.org/system-design/visitor-design-pattern/" TargetMode="Externa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B3275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857963-8D3D-4F24-B535-54652EE095F0}"/>
              </a:ext>
            </a:extLst>
          </p:cNvPr>
          <p:cNvSpPr>
            <a:spLocks noGrp="1"/>
          </p:cNvSpPr>
          <p:nvPr>
            <p:ph type="title"/>
          </p:nvPr>
        </p:nvSpPr>
        <p:spPr>
          <a:xfrm>
            <a:off x="868680" y="804672"/>
            <a:ext cx="10460736" cy="3255264"/>
          </a:xfrm>
        </p:spPr>
        <p:txBody>
          <a:bodyPr anchor="b"/>
          <a:lstStyle/>
          <a:p>
            <a:r>
              <a:rPr lang="en-US" dirty="0"/>
              <a:t>Design</a:t>
            </a:r>
            <a:br>
              <a:rPr lang="en-US" dirty="0"/>
            </a:br>
            <a:r>
              <a:rPr lang="en-US" dirty="0"/>
              <a:t>Patterns</a:t>
            </a:r>
          </a:p>
        </p:txBody>
      </p:sp>
      <p:sp>
        <p:nvSpPr>
          <p:cNvPr id="5" name="Text Placeholder 4">
            <a:extLst>
              <a:ext uri="{FF2B5EF4-FFF2-40B4-BE49-F238E27FC236}">
                <a16:creationId xmlns:a16="http://schemas.microsoft.com/office/drawing/2014/main" id="{B623514F-9C9F-4868-A7D9-66CAA07E615D}"/>
              </a:ext>
            </a:extLst>
          </p:cNvPr>
          <p:cNvSpPr>
            <a:spLocks noGrp="1"/>
          </p:cNvSpPr>
          <p:nvPr>
            <p:ph type="body" sz="quarter" idx="13"/>
          </p:nvPr>
        </p:nvSpPr>
        <p:spPr>
          <a:xfrm>
            <a:off x="3081573" y="4526280"/>
            <a:ext cx="6028854" cy="914400"/>
          </a:xfrm>
        </p:spPr>
        <p:txBody>
          <a:bodyPr vert="horz" lIns="91440" tIns="45720" rIns="91440" bIns="45720" rtlCol="0" anchor="t">
            <a:noAutofit/>
          </a:bodyPr>
          <a:lstStyle/>
          <a:p>
            <a:r>
              <a:rPr lang="en-US" dirty="0"/>
              <a:t>Presented by Mahmoud Ahmed</a:t>
            </a:r>
          </a:p>
        </p:txBody>
      </p:sp>
    </p:spTree>
    <p:extLst>
      <p:ext uri="{BB962C8B-B14F-4D97-AF65-F5344CB8AC3E}">
        <p14:creationId xmlns:p14="http://schemas.microsoft.com/office/powerpoint/2010/main" val="2142316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xfrm>
            <a:off x="838200" y="853333"/>
            <a:ext cx="4844143" cy="5151334"/>
          </a:xfrm>
          <a:noFill/>
        </p:spPr>
        <p:txBody>
          <a:bodyPr anchor="ctr">
            <a:noAutofit/>
          </a:bodyPr>
          <a:lstStyle/>
          <a:p>
            <a:r>
              <a:rPr lang="en-US" dirty="0"/>
              <a:t>Agenda</a:t>
            </a:r>
          </a:p>
        </p:txBody>
      </p:sp>
      <p:sp>
        <p:nvSpPr>
          <p:cNvPr id="3" name="Content Placeholder 2">
            <a:extLst>
              <a:ext uri="{FF2B5EF4-FFF2-40B4-BE49-F238E27FC236}">
                <a16:creationId xmlns:a16="http://schemas.microsoft.com/office/drawing/2014/main" id="{9BEA8735-F1DC-1DE6-0A38-429B2F660F8A}"/>
              </a:ext>
            </a:extLst>
          </p:cNvPr>
          <p:cNvSpPr>
            <a:spLocks noGrp="1"/>
          </p:cNvSpPr>
          <p:nvPr>
            <p:ph idx="1"/>
          </p:nvPr>
        </p:nvSpPr>
        <p:spPr>
          <a:xfrm>
            <a:off x="6455229" y="853333"/>
            <a:ext cx="4920342" cy="5151334"/>
          </a:xfrm>
          <a:noFill/>
        </p:spPr>
        <p:txBody>
          <a:bodyPr>
            <a:normAutofit/>
          </a:bodyPr>
          <a:lstStyle/>
          <a:p>
            <a:r>
              <a:rPr lang="en-US" dirty="0"/>
              <a:t>Factory pattern</a:t>
            </a:r>
          </a:p>
          <a:p>
            <a:r>
              <a:rPr lang="en-US" dirty="0"/>
              <a:t>Composite pattern</a:t>
            </a:r>
          </a:p>
          <a:p>
            <a:r>
              <a:rPr lang="en-US" dirty="0"/>
              <a:t>Iterator pattern</a:t>
            </a:r>
          </a:p>
          <a:p>
            <a:r>
              <a:rPr lang="en-US" dirty="0"/>
              <a:t>Visitor pattern</a:t>
            </a:r>
          </a:p>
        </p:txBody>
      </p:sp>
    </p:spTree>
    <p:extLst>
      <p:ext uri="{BB962C8B-B14F-4D97-AF65-F5344CB8AC3E}">
        <p14:creationId xmlns:p14="http://schemas.microsoft.com/office/powerpoint/2010/main" val="41695528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B3275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3CB3-2956-E8D2-C23D-A3BAA7295DEC}"/>
              </a:ext>
            </a:extLst>
          </p:cNvPr>
          <p:cNvSpPr>
            <a:spLocks noGrp="1"/>
          </p:cNvSpPr>
          <p:nvPr>
            <p:ph type="title"/>
          </p:nvPr>
        </p:nvSpPr>
        <p:spPr>
          <a:xfrm>
            <a:off x="838200" y="853334"/>
            <a:ext cx="4844142" cy="5151334"/>
          </a:xfrm>
          <a:noFill/>
        </p:spPr>
        <p:txBody>
          <a:bodyPr>
            <a:noAutofit/>
          </a:bodyPr>
          <a:lstStyle/>
          <a:p>
            <a:r>
              <a:rPr lang="en-US" dirty="0"/>
              <a:t>Factory</a:t>
            </a:r>
            <a:br>
              <a:rPr lang="en-US" dirty="0"/>
            </a:br>
            <a:r>
              <a:rPr lang="en-US" dirty="0"/>
              <a:t>Pattern</a:t>
            </a:r>
          </a:p>
        </p:txBody>
      </p:sp>
      <p:pic>
        <p:nvPicPr>
          <p:cNvPr id="11" name="Picture Placeholder 10">
            <a:extLst>
              <a:ext uri="{FF2B5EF4-FFF2-40B4-BE49-F238E27FC236}">
                <a16:creationId xmlns:a16="http://schemas.microsoft.com/office/drawing/2014/main" id="{1D28C243-25B2-68FF-FE79-9FA8B81485D6}"/>
              </a:ext>
            </a:extLst>
          </p:cNvPr>
          <p:cNvPicPr>
            <a:picLocks noGrp="1" noChangeAspect="1"/>
          </p:cNvPicPr>
          <p:nvPr>
            <p:ph type="pic" sz="quarter" idx="11"/>
          </p:nvPr>
        </p:nvPicPr>
        <p:blipFill>
          <a:blip r:embed="rId2"/>
          <a:srcRect l="24015" r="24015"/>
          <a:stretch>
            <a:fillRect/>
          </a:stretch>
        </p:blipFill>
        <p:spPr/>
      </p:pic>
    </p:spTree>
    <p:extLst>
      <p:ext uri="{BB962C8B-B14F-4D97-AF65-F5344CB8AC3E}">
        <p14:creationId xmlns:p14="http://schemas.microsoft.com/office/powerpoint/2010/main" val="435195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838200" y="853333"/>
            <a:ext cx="4844143" cy="5151334"/>
          </a:xfrm>
          <a:noFill/>
        </p:spPr>
        <p:txBody>
          <a:bodyPr>
            <a:noAutofit/>
          </a:bodyPr>
          <a:lstStyle/>
          <a:p>
            <a:r>
              <a:rPr lang="en-US" dirty="0"/>
              <a:t>Factory Pattern</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6455228" y="853333"/>
            <a:ext cx="4997631" cy="5151334"/>
          </a:xfrm>
          <a:noFill/>
        </p:spPr>
        <p:txBody>
          <a:bodyPr>
            <a:normAutofit/>
          </a:bodyPr>
          <a:lstStyle/>
          <a:p>
            <a:r>
              <a:rPr lang="en-US" dirty="0"/>
              <a:t>The Factory Method is a creational design pattern that defines an interface for creating objects but lets subclasses decide which object to instantiate. It promotes loose coupling by delegating object creation to a method, making the system more flexible and extensible.</a:t>
            </a:r>
          </a:p>
        </p:txBody>
      </p:sp>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83DDF13-593B-6379-7965-252312F2E91C}"/>
              </a:ext>
            </a:extLst>
          </p:cNvPr>
          <p:cNvPicPr>
            <a:picLocks noChangeAspect="1"/>
          </p:cNvPicPr>
          <p:nvPr/>
        </p:nvPicPr>
        <p:blipFill>
          <a:blip r:embed="rId2"/>
          <a:stretch>
            <a:fillRect/>
          </a:stretch>
        </p:blipFill>
        <p:spPr>
          <a:xfrm>
            <a:off x="1900381" y="904341"/>
            <a:ext cx="8391238" cy="5049318"/>
          </a:xfrm>
          <a:prstGeom prst="rect">
            <a:avLst/>
          </a:prstGeom>
        </p:spPr>
      </p:pic>
    </p:spTree>
    <p:extLst>
      <p:ext uri="{BB962C8B-B14F-4D97-AF65-F5344CB8AC3E}">
        <p14:creationId xmlns:p14="http://schemas.microsoft.com/office/powerpoint/2010/main" val="27372412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B32752"/>
        </a:solidFill>
        <a:effectLst/>
      </p:bgPr>
    </p:bg>
    <p:spTree>
      <p:nvGrpSpPr>
        <p:cNvPr id="1" name="">
          <a:extLst>
            <a:ext uri="{FF2B5EF4-FFF2-40B4-BE49-F238E27FC236}">
              <a16:creationId xmlns:a16="http://schemas.microsoft.com/office/drawing/2014/main" id="{F01E5EAC-3AB4-526D-FF24-4C610DFD00D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7D9016B-B262-9E25-2965-DAAF881812BF}"/>
              </a:ext>
            </a:extLst>
          </p:cNvPr>
          <p:cNvSpPr>
            <a:spLocks noGrp="1"/>
          </p:cNvSpPr>
          <p:nvPr>
            <p:ph type="title"/>
          </p:nvPr>
        </p:nvSpPr>
        <p:spPr>
          <a:xfrm>
            <a:off x="4343400" y="576072"/>
            <a:ext cx="3657600" cy="841248"/>
          </a:xfrm>
        </p:spPr>
        <p:txBody>
          <a:bodyPr anchor="b"/>
          <a:lstStyle/>
          <a:p>
            <a:r>
              <a:rPr lang="en-US" sz="4800" dirty="0"/>
              <a:t>Hands-On #1</a:t>
            </a:r>
          </a:p>
        </p:txBody>
      </p:sp>
      <p:sp>
        <p:nvSpPr>
          <p:cNvPr id="6" name="Title 2">
            <a:extLst>
              <a:ext uri="{FF2B5EF4-FFF2-40B4-BE49-F238E27FC236}">
                <a16:creationId xmlns:a16="http://schemas.microsoft.com/office/drawing/2014/main" id="{585E8288-06E5-CF6B-EEB1-6BE185B92845}"/>
              </a:ext>
            </a:extLst>
          </p:cNvPr>
          <p:cNvSpPr txBox="1">
            <a:spLocks/>
          </p:cNvSpPr>
          <p:nvPr/>
        </p:nvSpPr>
        <p:spPr>
          <a:xfrm>
            <a:off x="1459992" y="1417320"/>
            <a:ext cx="9046464" cy="119786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7200" b="0" kern="1200">
                <a:solidFill>
                  <a:schemeClr val="accent1">
                    <a:lumMod val="20000"/>
                    <a:lumOff val="80000"/>
                  </a:schemeClr>
                </a:solidFill>
                <a:latin typeface="+mj-lt"/>
                <a:ea typeface="+mj-ea"/>
                <a:cs typeface="+mj-cs"/>
              </a:defRPr>
            </a:lvl1pPr>
          </a:lstStyle>
          <a:p>
            <a:r>
              <a:rPr lang="en-US" sz="2400" dirty="0"/>
              <a:t>There is 3 Pizza restaurants to make 3 different types of pizza (Margarita, Peperoni, Mozzarella) but they all get the Pizza from the same restaurant</a:t>
            </a:r>
          </a:p>
        </p:txBody>
      </p:sp>
      <p:pic>
        <p:nvPicPr>
          <p:cNvPr id="10" name="Picture 9">
            <a:extLst>
              <a:ext uri="{FF2B5EF4-FFF2-40B4-BE49-F238E27FC236}">
                <a16:creationId xmlns:a16="http://schemas.microsoft.com/office/drawing/2014/main" id="{AEF6D9F7-003D-C7B4-F19A-B86DB8C8CCBD}"/>
              </a:ext>
            </a:extLst>
          </p:cNvPr>
          <p:cNvPicPr>
            <a:picLocks noChangeAspect="1"/>
          </p:cNvPicPr>
          <p:nvPr/>
        </p:nvPicPr>
        <p:blipFill>
          <a:blip r:embed="rId2"/>
          <a:stretch>
            <a:fillRect/>
          </a:stretch>
        </p:blipFill>
        <p:spPr>
          <a:xfrm>
            <a:off x="3131058" y="2857500"/>
            <a:ext cx="5704332" cy="3174355"/>
          </a:xfrm>
          <a:prstGeom prst="rect">
            <a:avLst/>
          </a:prstGeom>
        </p:spPr>
      </p:pic>
    </p:spTree>
    <p:extLst>
      <p:ext uri="{BB962C8B-B14F-4D97-AF65-F5344CB8AC3E}">
        <p14:creationId xmlns:p14="http://schemas.microsoft.com/office/powerpoint/2010/main" val="2846365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B3275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title"/>
          </p:nvPr>
        </p:nvSpPr>
        <p:spPr>
          <a:xfrm>
            <a:off x="838200" y="853334"/>
            <a:ext cx="4844142" cy="3939646"/>
          </a:xfrm>
          <a:noFill/>
        </p:spPr>
        <p:txBody>
          <a:bodyPr>
            <a:noAutofit/>
          </a:bodyPr>
          <a:lstStyle/>
          <a:p>
            <a:r>
              <a:rPr lang="en-US"/>
              <a:t>Composite</a:t>
            </a:r>
            <a:br>
              <a:rPr lang="en-US"/>
            </a:br>
            <a:r>
              <a:rPr lang="en-US"/>
              <a:t>Pattern</a:t>
            </a:r>
            <a:endParaRPr lang="en-US" dirty="0"/>
          </a:p>
        </p:txBody>
      </p:sp>
      <p:pic>
        <p:nvPicPr>
          <p:cNvPr id="20" name="Picture Placeholder 19">
            <a:extLst>
              <a:ext uri="{FF2B5EF4-FFF2-40B4-BE49-F238E27FC236}">
                <a16:creationId xmlns:a16="http://schemas.microsoft.com/office/drawing/2014/main" id="{32C60360-7677-03A1-CB2D-6DEFA2B19A7F}"/>
              </a:ext>
            </a:extLst>
          </p:cNvPr>
          <p:cNvPicPr>
            <a:picLocks noGrp="1" noChangeAspect="1"/>
          </p:cNvPicPr>
          <p:nvPr>
            <p:ph type="pic" sz="quarter" idx="11"/>
          </p:nvPr>
        </p:nvPicPr>
        <p:blipFill>
          <a:blip r:embed="rId3"/>
          <a:srcRect l="27370" r="20644"/>
          <a:stretch>
            <a:fillRect/>
          </a:stretch>
        </p:blipFill>
        <p:spPr>
          <a:xfrm>
            <a:off x="6428012" y="685800"/>
            <a:ext cx="5070020" cy="5486400"/>
          </a:xfrm>
        </p:spPr>
      </p:pic>
    </p:spTree>
    <p:extLst>
      <p:ext uri="{BB962C8B-B14F-4D97-AF65-F5344CB8AC3E}">
        <p14:creationId xmlns:p14="http://schemas.microsoft.com/office/powerpoint/2010/main" val="1008037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E8E79ABE-D054-956C-59C2-3B1255A55D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934015-A478-DF0E-5F81-2B00EE155327}"/>
              </a:ext>
            </a:extLst>
          </p:cNvPr>
          <p:cNvSpPr>
            <a:spLocks noGrp="1"/>
          </p:cNvSpPr>
          <p:nvPr>
            <p:ph type="title"/>
          </p:nvPr>
        </p:nvSpPr>
        <p:spPr>
          <a:xfrm>
            <a:off x="838200" y="853333"/>
            <a:ext cx="4844143" cy="5151334"/>
          </a:xfrm>
          <a:noFill/>
        </p:spPr>
        <p:txBody>
          <a:bodyPr>
            <a:noAutofit/>
          </a:bodyPr>
          <a:lstStyle/>
          <a:p>
            <a:r>
              <a:rPr lang="en-US" dirty="0"/>
              <a:t>Composite Pattern</a:t>
            </a:r>
          </a:p>
        </p:txBody>
      </p:sp>
      <p:sp>
        <p:nvSpPr>
          <p:cNvPr id="3" name="Content Placeholder 2">
            <a:extLst>
              <a:ext uri="{FF2B5EF4-FFF2-40B4-BE49-F238E27FC236}">
                <a16:creationId xmlns:a16="http://schemas.microsoft.com/office/drawing/2014/main" id="{B2B97A43-F7E0-3753-CA63-35BDBE138BD7}"/>
              </a:ext>
            </a:extLst>
          </p:cNvPr>
          <p:cNvSpPr>
            <a:spLocks noGrp="1"/>
          </p:cNvSpPr>
          <p:nvPr>
            <p:ph idx="1"/>
          </p:nvPr>
        </p:nvSpPr>
        <p:spPr>
          <a:xfrm>
            <a:off x="6455228" y="853333"/>
            <a:ext cx="4997631" cy="5151334"/>
          </a:xfrm>
          <a:noFill/>
        </p:spPr>
        <p:txBody>
          <a:bodyPr>
            <a:normAutofit/>
          </a:bodyPr>
          <a:lstStyle/>
          <a:p>
            <a:r>
              <a:rPr lang="en-US" dirty="0"/>
              <a:t>The Composite Pattern is a structural design pattern that organizes objects into tree structures, enabling clients to treat individual and composite objects uniformly through a common interface.</a:t>
            </a:r>
          </a:p>
        </p:txBody>
      </p:sp>
    </p:spTree>
    <p:extLst>
      <p:ext uri="{BB962C8B-B14F-4D97-AF65-F5344CB8AC3E}">
        <p14:creationId xmlns:p14="http://schemas.microsoft.com/office/powerpoint/2010/main" val="36544374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23FF856B-F890-08CC-CCBB-C5F4DE736FA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A35A6CA-1E10-814B-4EA2-6D3A28CF250D}"/>
              </a:ext>
            </a:extLst>
          </p:cNvPr>
          <p:cNvPicPr>
            <a:picLocks noChangeAspect="1"/>
          </p:cNvPicPr>
          <p:nvPr/>
        </p:nvPicPr>
        <p:blipFill>
          <a:blip r:embed="rId2"/>
          <a:stretch>
            <a:fillRect/>
          </a:stretch>
        </p:blipFill>
        <p:spPr>
          <a:xfrm>
            <a:off x="1014842" y="1012246"/>
            <a:ext cx="10162315" cy="5081158"/>
          </a:xfrm>
          <a:prstGeom prst="rect">
            <a:avLst/>
          </a:prstGeom>
        </p:spPr>
      </p:pic>
    </p:spTree>
    <p:extLst>
      <p:ext uri="{BB962C8B-B14F-4D97-AF65-F5344CB8AC3E}">
        <p14:creationId xmlns:p14="http://schemas.microsoft.com/office/powerpoint/2010/main" val="40805687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FFB78CC1-02D1-2A8F-DF84-1B07660C23D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CD1DA3-D4CE-FBB2-EA6D-996A02B8BF9C}"/>
              </a:ext>
            </a:extLst>
          </p:cNvPr>
          <p:cNvSpPr>
            <a:spLocks noGrp="1"/>
          </p:cNvSpPr>
          <p:nvPr>
            <p:ph idx="1"/>
          </p:nvPr>
        </p:nvSpPr>
        <p:spPr>
          <a:xfrm>
            <a:off x="940253" y="853333"/>
            <a:ext cx="10288580" cy="4899767"/>
          </a:xfrm>
          <a:noFill/>
        </p:spPr>
        <p:txBody>
          <a:bodyPr>
            <a:normAutofit/>
          </a:bodyPr>
          <a:lstStyle/>
          <a:p>
            <a:pPr fontAlgn="base"/>
            <a:r>
              <a:rPr lang="en-US" sz="3200" b="1" dirty="0"/>
              <a:t>Disadvantages of Composite Design Pattern</a:t>
            </a:r>
          </a:p>
          <a:p>
            <a:pPr fontAlgn="base"/>
            <a:r>
              <a:rPr lang="en-US" sz="2400" b="1" dirty="0"/>
              <a:t>Complex Implementation</a:t>
            </a:r>
            <a:r>
              <a:rPr lang="en-US" sz="2400" dirty="0"/>
              <a:t>: Requires a common interface for all objects, making code more intricate.</a:t>
            </a:r>
          </a:p>
          <a:p>
            <a:pPr fontAlgn="base"/>
            <a:r>
              <a:rPr lang="en-US" sz="2400" b="1" dirty="0"/>
              <a:t>Performance Overhead</a:t>
            </a:r>
            <a:r>
              <a:rPr lang="en-US" sz="2400" dirty="0"/>
              <a:t>: Traversing deep hierarchies can slow operations.</a:t>
            </a:r>
          </a:p>
          <a:p>
            <a:pPr fontAlgn="base"/>
            <a:r>
              <a:rPr lang="en-US" sz="2400" b="1" dirty="0"/>
              <a:t>Limited Type Safety</a:t>
            </a:r>
            <a:r>
              <a:rPr lang="en-US" sz="2400" dirty="0"/>
              <a:t>: Common interface may allow invalid operations, risking runtime errors.</a:t>
            </a:r>
          </a:p>
          <a:p>
            <a:pPr fontAlgn="base"/>
            <a:r>
              <a:rPr lang="en-US" sz="2400" b="1" dirty="0"/>
              <a:t>Reduced Clarity</a:t>
            </a:r>
            <a:r>
              <a:rPr lang="en-US" sz="2400" dirty="0"/>
              <a:t>: Code can become harder to understand in complex structures.</a:t>
            </a:r>
          </a:p>
          <a:p>
            <a:pPr fontAlgn="base"/>
            <a:r>
              <a:rPr lang="en-US" sz="2400" b="1" dirty="0"/>
              <a:t>Extra Memory Usage</a:t>
            </a:r>
            <a:r>
              <a:rPr lang="en-US" sz="2400" dirty="0"/>
              <a:t>: Storing child references increases memory consumption.</a:t>
            </a:r>
          </a:p>
        </p:txBody>
      </p:sp>
    </p:spTree>
    <p:extLst>
      <p:ext uri="{BB962C8B-B14F-4D97-AF65-F5344CB8AC3E}">
        <p14:creationId xmlns:p14="http://schemas.microsoft.com/office/powerpoint/2010/main" val="4205823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B3275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034E89-1952-5288-08A0-70A4A73BE39E}"/>
              </a:ext>
            </a:extLst>
          </p:cNvPr>
          <p:cNvSpPr>
            <a:spLocks noGrp="1"/>
          </p:cNvSpPr>
          <p:nvPr>
            <p:ph type="title"/>
          </p:nvPr>
        </p:nvSpPr>
        <p:spPr>
          <a:xfrm>
            <a:off x="1704181" y="1884357"/>
            <a:ext cx="8783638" cy="2522359"/>
          </a:xfrm>
          <a:noFill/>
        </p:spPr>
        <p:txBody>
          <a:bodyPr>
            <a:noAutofit/>
          </a:bodyPr>
          <a:lstStyle/>
          <a:p>
            <a:r>
              <a:rPr lang="en-US" sz="6000" dirty="0"/>
              <a:t>Break</a:t>
            </a:r>
            <a:br>
              <a:rPr lang="en-US" sz="6000" dirty="0"/>
            </a:br>
            <a:r>
              <a:rPr lang="en-US" sz="6000" dirty="0"/>
              <a:t>15 Minutes</a:t>
            </a:r>
          </a:p>
        </p:txBody>
      </p:sp>
    </p:spTree>
    <p:extLst>
      <p:ext uri="{BB962C8B-B14F-4D97-AF65-F5344CB8AC3E}">
        <p14:creationId xmlns:p14="http://schemas.microsoft.com/office/powerpoint/2010/main" val="3058085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B32752"/>
        </a:solidFill>
        <a:effectLst/>
      </p:bgPr>
    </p:bg>
    <p:spTree>
      <p:nvGrpSpPr>
        <p:cNvPr id="1" name="">
          <a:extLst>
            <a:ext uri="{FF2B5EF4-FFF2-40B4-BE49-F238E27FC236}">
              <a16:creationId xmlns:a16="http://schemas.microsoft.com/office/drawing/2014/main" id="{2E9EED28-8508-BE81-AF0D-4F48A0808C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DF5502-EB11-7963-8119-10E1D55C9BB3}"/>
              </a:ext>
            </a:extLst>
          </p:cNvPr>
          <p:cNvSpPr>
            <a:spLocks noGrp="1"/>
          </p:cNvSpPr>
          <p:nvPr>
            <p:ph type="title"/>
          </p:nvPr>
        </p:nvSpPr>
        <p:spPr>
          <a:xfrm>
            <a:off x="838200" y="853334"/>
            <a:ext cx="4844142" cy="3939646"/>
          </a:xfrm>
          <a:noFill/>
        </p:spPr>
        <p:txBody>
          <a:bodyPr>
            <a:noAutofit/>
          </a:bodyPr>
          <a:lstStyle/>
          <a:p>
            <a:r>
              <a:rPr lang="en-US" dirty="0"/>
              <a:t>Iterator</a:t>
            </a:r>
            <a:br>
              <a:rPr lang="en-US" dirty="0"/>
            </a:br>
            <a:r>
              <a:rPr lang="en-US" dirty="0"/>
              <a:t>Pattern</a:t>
            </a:r>
          </a:p>
        </p:txBody>
      </p:sp>
      <p:pic>
        <p:nvPicPr>
          <p:cNvPr id="10" name="Picture Placeholder 9">
            <a:extLst>
              <a:ext uri="{FF2B5EF4-FFF2-40B4-BE49-F238E27FC236}">
                <a16:creationId xmlns:a16="http://schemas.microsoft.com/office/drawing/2014/main" id="{ECB8EBA6-2C02-3515-9021-E23DA4E4A2D6}"/>
              </a:ext>
            </a:extLst>
          </p:cNvPr>
          <p:cNvPicPr>
            <a:picLocks noGrp="1" noChangeAspect="1"/>
          </p:cNvPicPr>
          <p:nvPr>
            <p:ph type="pic" sz="quarter" idx="11"/>
          </p:nvPr>
        </p:nvPicPr>
        <p:blipFill>
          <a:blip r:embed="rId3"/>
          <a:srcRect l="19208" r="19208"/>
          <a:stretch>
            <a:fillRect/>
          </a:stretch>
        </p:blipFill>
        <p:spPr/>
      </p:pic>
    </p:spTree>
    <p:extLst>
      <p:ext uri="{BB962C8B-B14F-4D97-AF65-F5344CB8AC3E}">
        <p14:creationId xmlns:p14="http://schemas.microsoft.com/office/powerpoint/2010/main" val="11704240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FD7FA3CB-EC82-9F77-88B9-EFFAD8A636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33683D-8D7E-E016-75EE-305CAC8CB56B}"/>
              </a:ext>
            </a:extLst>
          </p:cNvPr>
          <p:cNvSpPr>
            <a:spLocks noGrp="1"/>
          </p:cNvSpPr>
          <p:nvPr>
            <p:ph type="title"/>
          </p:nvPr>
        </p:nvSpPr>
        <p:spPr>
          <a:xfrm>
            <a:off x="838200" y="853333"/>
            <a:ext cx="4844143" cy="5151334"/>
          </a:xfrm>
          <a:noFill/>
        </p:spPr>
        <p:txBody>
          <a:bodyPr>
            <a:noAutofit/>
          </a:bodyPr>
          <a:lstStyle/>
          <a:p>
            <a:r>
              <a:rPr lang="en-US" dirty="0"/>
              <a:t>Iterator Pattern</a:t>
            </a:r>
          </a:p>
        </p:txBody>
      </p:sp>
      <p:sp>
        <p:nvSpPr>
          <p:cNvPr id="3" name="Content Placeholder 2">
            <a:extLst>
              <a:ext uri="{FF2B5EF4-FFF2-40B4-BE49-F238E27FC236}">
                <a16:creationId xmlns:a16="http://schemas.microsoft.com/office/drawing/2014/main" id="{79614975-56C9-4296-1F8C-75F93D139328}"/>
              </a:ext>
            </a:extLst>
          </p:cNvPr>
          <p:cNvSpPr>
            <a:spLocks noGrp="1"/>
          </p:cNvSpPr>
          <p:nvPr>
            <p:ph idx="1"/>
          </p:nvPr>
        </p:nvSpPr>
        <p:spPr>
          <a:xfrm>
            <a:off x="6455228" y="853333"/>
            <a:ext cx="4997631" cy="5151334"/>
          </a:xfrm>
          <a:noFill/>
        </p:spPr>
        <p:txBody>
          <a:bodyPr>
            <a:normAutofit/>
          </a:bodyPr>
          <a:lstStyle/>
          <a:p>
            <a:r>
              <a:rPr lang="en-US" dirty="0"/>
              <a:t>The Iterator design pattern is a behavioral design pattern that provides a way to access the elements of an aggregate object (like a list) sequentially without exposing its underlying representation. It defines a separate object, called an iterator, which encapsulates the details of traversing the elements of the aggregate, allowing the aggregate to change its internal structure without affecting the way its elements are accessed.</a:t>
            </a:r>
          </a:p>
        </p:txBody>
      </p:sp>
    </p:spTree>
    <p:extLst>
      <p:ext uri="{BB962C8B-B14F-4D97-AF65-F5344CB8AC3E}">
        <p14:creationId xmlns:p14="http://schemas.microsoft.com/office/powerpoint/2010/main" val="1585249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5635E00D-73FC-2FCF-96C9-B809E4F8678D}"/>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3DF404B2-49DF-C50A-2BBA-0F09AE678B06}"/>
              </a:ext>
            </a:extLst>
          </p:cNvPr>
          <p:cNvPicPr>
            <a:picLocks noChangeAspect="1"/>
          </p:cNvPicPr>
          <p:nvPr/>
        </p:nvPicPr>
        <p:blipFill>
          <a:blip r:embed="rId2"/>
          <a:srcRect r="1373"/>
          <a:stretch>
            <a:fillRect/>
          </a:stretch>
        </p:blipFill>
        <p:spPr>
          <a:xfrm>
            <a:off x="1331214" y="906113"/>
            <a:ext cx="9714738" cy="5045774"/>
          </a:xfrm>
          <a:prstGeom prst="rect">
            <a:avLst/>
          </a:prstGeom>
        </p:spPr>
      </p:pic>
    </p:spTree>
    <p:extLst>
      <p:ext uri="{BB962C8B-B14F-4D97-AF65-F5344CB8AC3E}">
        <p14:creationId xmlns:p14="http://schemas.microsoft.com/office/powerpoint/2010/main" val="40398073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4AFCF612-B527-C11D-1A5F-35CBD5C5A01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9DB0D3-4894-6F8E-6792-8161740019B6}"/>
              </a:ext>
            </a:extLst>
          </p:cNvPr>
          <p:cNvSpPr>
            <a:spLocks noGrp="1"/>
          </p:cNvSpPr>
          <p:nvPr>
            <p:ph idx="1"/>
          </p:nvPr>
        </p:nvSpPr>
        <p:spPr>
          <a:xfrm>
            <a:off x="951710" y="1828800"/>
            <a:ext cx="10288580" cy="3951732"/>
          </a:xfrm>
          <a:noFill/>
        </p:spPr>
        <p:txBody>
          <a:bodyPr>
            <a:noAutofit/>
          </a:bodyPr>
          <a:lstStyle/>
          <a:p>
            <a:pPr fontAlgn="base"/>
            <a:r>
              <a:rPr lang="en-US" sz="2400" b="1" dirty="0"/>
              <a:t>Need for sequential access:</a:t>
            </a:r>
            <a:r>
              <a:rPr lang="en-US" sz="2400" dirty="0"/>
              <a:t> Use the Iterator pattern when you need to access elements of a collection sequentially without exposing its underlying representation. </a:t>
            </a:r>
          </a:p>
          <a:p>
            <a:pPr fontAlgn="base"/>
            <a:r>
              <a:rPr lang="en-US" sz="2400" b="1" dirty="0"/>
              <a:t>Decoupling iteration logic:</a:t>
            </a:r>
            <a:r>
              <a:rPr lang="en-US" sz="2400" dirty="0"/>
              <a:t> Use the Iterator pattern when you want to decouple the iteration logic from the collection. </a:t>
            </a:r>
          </a:p>
          <a:p>
            <a:pPr fontAlgn="base"/>
            <a:r>
              <a:rPr lang="en-US" sz="2400" b="1" dirty="0"/>
              <a:t>Support for multiple iterators:</a:t>
            </a:r>
            <a:r>
              <a:rPr lang="en-US" sz="2400" dirty="0"/>
              <a:t> Use the Iterator pattern when you need to support multiple iterators over the same collection.</a:t>
            </a:r>
          </a:p>
          <a:p>
            <a:pPr fontAlgn="base"/>
            <a:r>
              <a:rPr lang="en-US" sz="2400" b="1" dirty="0"/>
              <a:t>Simplifying client code:</a:t>
            </a:r>
            <a:r>
              <a:rPr lang="en-US" sz="2400" dirty="0"/>
              <a:t> Use the Iterator pattern to simplify client code that iterates over a collection. </a:t>
            </a:r>
          </a:p>
        </p:txBody>
      </p:sp>
      <p:sp>
        <p:nvSpPr>
          <p:cNvPr id="4" name="TextBox 3">
            <a:extLst>
              <a:ext uri="{FF2B5EF4-FFF2-40B4-BE49-F238E27FC236}">
                <a16:creationId xmlns:a16="http://schemas.microsoft.com/office/drawing/2014/main" id="{033CB935-2337-4A96-88E6-E7221F50DD20}"/>
              </a:ext>
            </a:extLst>
          </p:cNvPr>
          <p:cNvSpPr txBox="1"/>
          <p:nvPr/>
        </p:nvSpPr>
        <p:spPr>
          <a:xfrm>
            <a:off x="951710" y="1411378"/>
            <a:ext cx="7550658" cy="417422"/>
          </a:xfrm>
          <a:prstGeom prst="rect">
            <a:avLst/>
          </a:prstGeom>
          <a:noFill/>
        </p:spPr>
        <p:txBody>
          <a:bodyPr wrap="square">
            <a:spAutoFit/>
          </a:bodyPr>
          <a:lstStyle/>
          <a:p>
            <a:pPr algn="l" fontAlgn="base">
              <a:lnSpc>
                <a:spcPts val="2100"/>
              </a:lnSpc>
              <a:buNone/>
            </a:pPr>
            <a:r>
              <a:rPr lang="en-US" sz="3200" b="1" i="0" dirty="0">
                <a:effectLst/>
                <a:latin typeface="Nunito" pitchFamily="2" charset="0"/>
              </a:rPr>
              <a:t>When to use Iterator Design Pattern</a:t>
            </a:r>
          </a:p>
        </p:txBody>
      </p:sp>
    </p:spTree>
    <p:extLst>
      <p:ext uri="{BB962C8B-B14F-4D97-AF65-F5344CB8AC3E}">
        <p14:creationId xmlns:p14="http://schemas.microsoft.com/office/powerpoint/2010/main" val="36969602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25F693E3-4554-0DD1-50E0-D186DBCF50C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CB63EA-AC0C-868F-3A4F-72BB33389659}"/>
              </a:ext>
            </a:extLst>
          </p:cNvPr>
          <p:cNvSpPr>
            <a:spLocks noGrp="1"/>
          </p:cNvSpPr>
          <p:nvPr>
            <p:ph idx="1"/>
          </p:nvPr>
        </p:nvSpPr>
        <p:spPr>
          <a:xfrm>
            <a:off x="1436342" y="1544636"/>
            <a:ext cx="8969530" cy="757612"/>
          </a:xfrm>
          <a:noFill/>
        </p:spPr>
        <p:txBody>
          <a:bodyPr>
            <a:noAutofit/>
          </a:bodyPr>
          <a:lstStyle/>
          <a:p>
            <a:pPr fontAlgn="base"/>
            <a:r>
              <a:rPr lang="en-US" sz="2400" dirty="0">
                <a:hlinkClick r:id="rId2"/>
              </a:rPr>
              <a:t>https://www.geeksforgeeks.org/system-design/iterator-pattern/</a:t>
            </a:r>
            <a:endParaRPr lang="en-US" sz="2400" dirty="0"/>
          </a:p>
        </p:txBody>
      </p:sp>
      <p:sp>
        <p:nvSpPr>
          <p:cNvPr id="4" name="TextBox 3">
            <a:extLst>
              <a:ext uri="{FF2B5EF4-FFF2-40B4-BE49-F238E27FC236}">
                <a16:creationId xmlns:a16="http://schemas.microsoft.com/office/drawing/2014/main" id="{D1A75816-4C1F-B200-64D6-00B35BFD0E2E}"/>
              </a:ext>
            </a:extLst>
          </p:cNvPr>
          <p:cNvSpPr txBox="1"/>
          <p:nvPr/>
        </p:nvSpPr>
        <p:spPr>
          <a:xfrm>
            <a:off x="1116302" y="1165830"/>
            <a:ext cx="7550658" cy="417422"/>
          </a:xfrm>
          <a:prstGeom prst="rect">
            <a:avLst/>
          </a:prstGeom>
          <a:noFill/>
        </p:spPr>
        <p:txBody>
          <a:bodyPr wrap="square">
            <a:spAutoFit/>
          </a:bodyPr>
          <a:lstStyle/>
          <a:p>
            <a:pPr algn="l" fontAlgn="base">
              <a:lnSpc>
                <a:spcPts val="2100"/>
              </a:lnSpc>
              <a:buNone/>
            </a:pPr>
            <a:r>
              <a:rPr lang="en-US" sz="3200" b="1" i="0" dirty="0">
                <a:solidFill>
                  <a:srgbClr val="273239"/>
                </a:solidFill>
                <a:effectLst/>
                <a:latin typeface="Nunito" pitchFamily="2" charset="0"/>
              </a:rPr>
              <a:t>References</a:t>
            </a:r>
          </a:p>
        </p:txBody>
      </p:sp>
    </p:spTree>
    <p:extLst>
      <p:ext uri="{BB962C8B-B14F-4D97-AF65-F5344CB8AC3E}">
        <p14:creationId xmlns:p14="http://schemas.microsoft.com/office/powerpoint/2010/main" val="154247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B32752"/>
        </a:solidFill>
        <a:effectLst/>
      </p:bgPr>
    </p:bg>
    <p:spTree>
      <p:nvGrpSpPr>
        <p:cNvPr id="1" name="">
          <a:extLst>
            <a:ext uri="{FF2B5EF4-FFF2-40B4-BE49-F238E27FC236}">
              <a16:creationId xmlns:a16="http://schemas.microsoft.com/office/drawing/2014/main" id="{17496CAE-9C5D-AA37-323B-338EDEBC4D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594B20-18CD-9936-BF45-9BC3D50E2516}"/>
              </a:ext>
            </a:extLst>
          </p:cNvPr>
          <p:cNvSpPr>
            <a:spLocks noGrp="1"/>
          </p:cNvSpPr>
          <p:nvPr>
            <p:ph type="title"/>
          </p:nvPr>
        </p:nvSpPr>
        <p:spPr>
          <a:xfrm>
            <a:off x="838200" y="853334"/>
            <a:ext cx="4844142" cy="3939646"/>
          </a:xfrm>
          <a:noFill/>
        </p:spPr>
        <p:txBody>
          <a:bodyPr>
            <a:noAutofit/>
          </a:bodyPr>
          <a:lstStyle/>
          <a:p>
            <a:r>
              <a:rPr lang="en-US" dirty="0"/>
              <a:t>Visitor</a:t>
            </a:r>
            <a:br>
              <a:rPr lang="en-US" dirty="0"/>
            </a:br>
            <a:r>
              <a:rPr lang="en-US" dirty="0"/>
              <a:t>Pattern</a:t>
            </a:r>
          </a:p>
        </p:txBody>
      </p:sp>
      <p:pic>
        <p:nvPicPr>
          <p:cNvPr id="6" name="Picture Placeholder 5">
            <a:extLst>
              <a:ext uri="{FF2B5EF4-FFF2-40B4-BE49-F238E27FC236}">
                <a16:creationId xmlns:a16="http://schemas.microsoft.com/office/drawing/2014/main" id="{057DDE5A-3735-9778-BE2A-2968E4FF2CDD}"/>
              </a:ext>
            </a:extLst>
          </p:cNvPr>
          <p:cNvPicPr>
            <a:picLocks noGrp="1" noChangeAspect="1"/>
          </p:cNvPicPr>
          <p:nvPr>
            <p:ph type="pic" sz="quarter" idx="11"/>
          </p:nvPr>
        </p:nvPicPr>
        <p:blipFill>
          <a:blip r:embed="rId3"/>
          <a:srcRect l="19339" r="45603"/>
          <a:stretch>
            <a:fillRect/>
          </a:stretch>
        </p:blipFill>
        <p:spPr>
          <a:xfrm>
            <a:off x="6428012" y="685800"/>
            <a:ext cx="5070020" cy="5486400"/>
          </a:xfrm>
        </p:spPr>
      </p:pic>
    </p:spTree>
    <p:extLst>
      <p:ext uri="{BB962C8B-B14F-4D97-AF65-F5344CB8AC3E}">
        <p14:creationId xmlns:p14="http://schemas.microsoft.com/office/powerpoint/2010/main" val="40434510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4048AA66-E4A0-A10E-4CD5-A31A45BC789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B9B4A0-CE0B-0B55-9D5F-BB3A1107499D}"/>
              </a:ext>
            </a:extLst>
          </p:cNvPr>
          <p:cNvSpPr>
            <a:spLocks noGrp="1"/>
          </p:cNvSpPr>
          <p:nvPr>
            <p:ph idx="1"/>
          </p:nvPr>
        </p:nvSpPr>
        <p:spPr>
          <a:xfrm>
            <a:off x="951710" y="1581912"/>
            <a:ext cx="10288580" cy="1773936"/>
          </a:xfrm>
          <a:noFill/>
        </p:spPr>
        <p:txBody>
          <a:bodyPr>
            <a:noAutofit/>
          </a:bodyPr>
          <a:lstStyle/>
          <a:p>
            <a:pPr marL="342900" indent="-342900" fontAlgn="base">
              <a:buFont typeface="Arial" panose="020B0604020202020204" pitchFamily="34" charset="0"/>
              <a:buChar char="•"/>
            </a:pPr>
            <a:r>
              <a:rPr lang="en-US" sz="2400" dirty="0"/>
              <a:t>You need to add new operations frequently</a:t>
            </a:r>
          </a:p>
          <a:p>
            <a:pPr marL="342900" indent="-342900" fontAlgn="base">
              <a:buFont typeface="Arial" panose="020B0604020202020204" pitchFamily="34" charset="0"/>
              <a:buChar char="•"/>
            </a:pPr>
            <a:r>
              <a:rPr lang="en-US" sz="2400" dirty="0"/>
              <a:t>You want to avoid modifying existing classes</a:t>
            </a:r>
          </a:p>
        </p:txBody>
      </p:sp>
      <p:sp>
        <p:nvSpPr>
          <p:cNvPr id="4" name="TextBox 3">
            <a:extLst>
              <a:ext uri="{FF2B5EF4-FFF2-40B4-BE49-F238E27FC236}">
                <a16:creationId xmlns:a16="http://schemas.microsoft.com/office/drawing/2014/main" id="{15274FAF-5CA3-43F9-D9FC-23999982ECF6}"/>
              </a:ext>
            </a:extLst>
          </p:cNvPr>
          <p:cNvSpPr txBox="1"/>
          <p:nvPr/>
        </p:nvSpPr>
        <p:spPr>
          <a:xfrm>
            <a:off x="951710" y="1411378"/>
            <a:ext cx="7550658" cy="417422"/>
          </a:xfrm>
          <a:prstGeom prst="rect">
            <a:avLst/>
          </a:prstGeom>
          <a:noFill/>
        </p:spPr>
        <p:txBody>
          <a:bodyPr wrap="square">
            <a:spAutoFit/>
          </a:bodyPr>
          <a:lstStyle/>
          <a:p>
            <a:pPr algn="l" fontAlgn="base">
              <a:lnSpc>
                <a:spcPts val="2100"/>
              </a:lnSpc>
              <a:buNone/>
            </a:pPr>
            <a:r>
              <a:rPr lang="en-US" sz="3200" b="1" i="0" dirty="0">
                <a:effectLst/>
                <a:latin typeface="Nunito" pitchFamily="2" charset="0"/>
              </a:rPr>
              <a:t>When to use Design Pattern</a:t>
            </a:r>
          </a:p>
        </p:txBody>
      </p:sp>
    </p:spTree>
    <p:extLst>
      <p:ext uri="{BB962C8B-B14F-4D97-AF65-F5344CB8AC3E}">
        <p14:creationId xmlns:p14="http://schemas.microsoft.com/office/powerpoint/2010/main" val="29010116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F9576327-F45D-F47A-A57F-23DD6FD410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8D99AC-6353-252C-E29E-D3F0E05DD7D4}"/>
              </a:ext>
            </a:extLst>
          </p:cNvPr>
          <p:cNvSpPr>
            <a:spLocks noGrp="1"/>
          </p:cNvSpPr>
          <p:nvPr>
            <p:ph type="title"/>
          </p:nvPr>
        </p:nvSpPr>
        <p:spPr>
          <a:xfrm>
            <a:off x="838200" y="853333"/>
            <a:ext cx="4844143" cy="5151334"/>
          </a:xfrm>
          <a:noFill/>
        </p:spPr>
        <p:txBody>
          <a:bodyPr>
            <a:noAutofit/>
          </a:bodyPr>
          <a:lstStyle/>
          <a:p>
            <a:r>
              <a:rPr lang="en-US" dirty="0"/>
              <a:t>Visitor Pattern</a:t>
            </a:r>
          </a:p>
        </p:txBody>
      </p:sp>
      <p:sp>
        <p:nvSpPr>
          <p:cNvPr id="3" name="Content Placeholder 2">
            <a:extLst>
              <a:ext uri="{FF2B5EF4-FFF2-40B4-BE49-F238E27FC236}">
                <a16:creationId xmlns:a16="http://schemas.microsoft.com/office/drawing/2014/main" id="{AC5581C8-9C17-FB68-E830-A8A1FE0A9468}"/>
              </a:ext>
            </a:extLst>
          </p:cNvPr>
          <p:cNvSpPr>
            <a:spLocks noGrp="1"/>
          </p:cNvSpPr>
          <p:nvPr>
            <p:ph idx="1"/>
          </p:nvPr>
        </p:nvSpPr>
        <p:spPr>
          <a:xfrm>
            <a:off x="6455228" y="853333"/>
            <a:ext cx="4997631" cy="5151334"/>
          </a:xfrm>
          <a:noFill/>
        </p:spPr>
        <p:txBody>
          <a:bodyPr>
            <a:normAutofit/>
          </a:bodyPr>
          <a:lstStyle/>
          <a:p>
            <a:r>
              <a:rPr lang="en-US" dirty="0"/>
              <a:t>The Visitor design pattern is a behavioral pattern that allows you to add new operations to a group of related classes without modifying their structures. It is particularly useful when you have a stable set of classes but need to perform various operations on them, making it easy to extend functionality without altering the existing codebase.</a:t>
            </a:r>
          </a:p>
        </p:txBody>
      </p:sp>
    </p:spTree>
    <p:extLst>
      <p:ext uri="{BB962C8B-B14F-4D97-AF65-F5344CB8AC3E}">
        <p14:creationId xmlns:p14="http://schemas.microsoft.com/office/powerpoint/2010/main" val="17639597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9B3156B3-7C54-9F43-8433-21AE2C41DAA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F1F3816-5C16-9185-D4C8-938EDAE9EA4D}"/>
              </a:ext>
            </a:extLst>
          </p:cNvPr>
          <p:cNvPicPr>
            <a:picLocks noChangeAspect="1"/>
          </p:cNvPicPr>
          <p:nvPr/>
        </p:nvPicPr>
        <p:blipFill>
          <a:blip r:embed="rId2"/>
          <a:stretch>
            <a:fillRect/>
          </a:stretch>
        </p:blipFill>
        <p:spPr>
          <a:xfrm>
            <a:off x="1847012" y="1457640"/>
            <a:ext cx="8497975" cy="4248988"/>
          </a:xfrm>
          <a:prstGeom prst="rect">
            <a:avLst/>
          </a:prstGeom>
        </p:spPr>
      </p:pic>
    </p:spTree>
    <p:extLst>
      <p:ext uri="{BB962C8B-B14F-4D97-AF65-F5344CB8AC3E}">
        <p14:creationId xmlns:p14="http://schemas.microsoft.com/office/powerpoint/2010/main" val="24807596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E7262EC8-C2DE-D5FF-BEF3-F41BE4D95A0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FC92C09-EF47-DE6B-E06A-6331EB497067}"/>
              </a:ext>
            </a:extLst>
          </p:cNvPr>
          <p:cNvPicPr>
            <a:picLocks noChangeAspect="1"/>
          </p:cNvPicPr>
          <p:nvPr/>
        </p:nvPicPr>
        <p:blipFill>
          <a:blip r:embed="rId2"/>
          <a:stretch>
            <a:fillRect/>
          </a:stretch>
        </p:blipFill>
        <p:spPr>
          <a:xfrm>
            <a:off x="2890837" y="1438274"/>
            <a:ext cx="7456017" cy="4630929"/>
          </a:xfrm>
          <a:prstGeom prst="rect">
            <a:avLst/>
          </a:prstGeom>
        </p:spPr>
      </p:pic>
    </p:spTree>
    <p:extLst>
      <p:ext uri="{BB962C8B-B14F-4D97-AF65-F5344CB8AC3E}">
        <p14:creationId xmlns:p14="http://schemas.microsoft.com/office/powerpoint/2010/main" val="40210953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12B92A25-5E75-5486-DB63-A46EEF54FEF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5E0BA5-9D62-112D-24C8-8481E881504D}"/>
              </a:ext>
            </a:extLst>
          </p:cNvPr>
          <p:cNvSpPr>
            <a:spLocks noGrp="1"/>
          </p:cNvSpPr>
          <p:nvPr>
            <p:ph idx="1"/>
          </p:nvPr>
        </p:nvSpPr>
        <p:spPr>
          <a:xfrm>
            <a:off x="951710" y="658368"/>
            <a:ext cx="10288580" cy="5230368"/>
          </a:xfrm>
          <a:noFill/>
        </p:spPr>
        <p:txBody>
          <a:bodyPr>
            <a:noAutofit/>
          </a:bodyPr>
          <a:lstStyle/>
          <a:p>
            <a:pPr fontAlgn="base"/>
            <a:r>
              <a:rPr lang="en-US" sz="3200" b="1" dirty="0"/>
              <a:t>Pros of Visitor Design Pattern</a:t>
            </a:r>
          </a:p>
          <a:p>
            <a:pPr fontAlgn="base"/>
            <a:r>
              <a:rPr lang="en-US" b="1" dirty="0"/>
              <a:t>Separation of Concerns</a:t>
            </a:r>
            <a:r>
              <a:rPr lang="en-US" dirty="0"/>
              <a:t>: This pattern keeps operations separate from the objects themselves, making it easier to manage and understand the code.</a:t>
            </a:r>
          </a:p>
          <a:p>
            <a:pPr fontAlgn="base"/>
            <a:r>
              <a:rPr lang="en-US" b="1" dirty="0"/>
              <a:t>Easy to Add New Features</a:t>
            </a:r>
            <a:r>
              <a:rPr lang="en-US" dirty="0"/>
              <a:t>: You can introduce new operations simply by creating new visitor classes without changing the existing objects. This makes the system flexible.</a:t>
            </a:r>
          </a:p>
          <a:p>
            <a:pPr fontAlgn="base"/>
            <a:r>
              <a:rPr lang="en-US" b="1" dirty="0"/>
              <a:t>Centralized Logic</a:t>
            </a:r>
            <a:r>
              <a:rPr lang="en-US" dirty="0"/>
              <a:t>: All the operations are in one place (the visitor), which helps you see how different tasks interact with your objects.</a:t>
            </a:r>
          </a:p>
          <a:p>
            <a:pPr fontAlgn="base"/>
            <a:r>
              <a:rPr lang="en-US" b="1" dirty="0"/>
              <a:t>Easier Maintenance</a:t>
            </a:r>
            <a:r>
              <a:rPr lang="en-US" dirty="0"/>
              <a:t>: If you need to update or fix something, you can do it in the visitor class without touching the object classes, making maintenance simpler.</a:t>
            </a:r>
          </a:p>
          <a:p>
            <a:pPr fontAlgn="base"/>
            <a:r>
              <a:rPr lang="en-US" b="1" dirty="0"/>
              <a:t>Type Safety</a:t>
            </a:r>
            <a:r>
              <a:rPr lang="en-US" dirty="0"/>
              <a:t>: Each visitor method is specific to an object type, which helps catch errors early and ensures the right operations are applied.</a:t>
            </a:r>
          </a:p>
        </p:txBody>
      </p:sp>
    </p:spTree>
    <p:extLst>
      <p:ext uri="{BB962C8B-B14F-4D97-AF65-F5344CB8AC3E}">
        <p14:creationId xmlns:p14="http://schemas.microsoft.com/office/powerpoint/2010/main" val="1400642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0744A341-6A18-41FF-46E8-BB4CA2AE436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5BB283-B000-5B35-5F01-3DB8BA7EB0C0}"/>
              </a:ext>
            </a:extLst>
          </p:cNvPr>
          <p:cNvSpPr>
            <a:spLocks noGrp="1"/>
          </p:cNvSpPr>
          <p:nvPr>
            <p:ph idx="1"/>
          </p:nvPr>
        </p:nvSpPr>
        <p:spPr>
          <a:xfrm>
            <a:off x="951710" y="658368"/>
            <a:ext cx="10288580" cy="5230368"/>
          </a:xfrm>
          <a:noFill/>
        </p:spPr>
        <p:txBody>
          <a:bodyPr>
            <a:noAutofit/>
          </a:bodyPr>
          <a:lstStyle/>
          <a:p>
            <a:pPr fontAlgn="base"/>
            <a:r>
              <a:rPr lang="en-US" sz="3200" b="1" dirty="0"/>
              <a:t>Cons of Visitor Design Pattern</a:t>
            </a:r>
          </a:p>
          <a:p>
            <a:pPr fontAlgn="base"/>
            <a:r>
              <a:rPr lang="en-US" b="1" dirty="0"/>
              <a:t>Added Complexity</a:t>
            </a:r>
            <a:r>
              <a:rPr lang="en-US" dirty="0"/>
              <a:t>: It can make your code more complicated, especially if you have many types of objects or operations to manage.</a:t>
            </a:r>
          </a:p>
          <a:p>
            <a:pPr fontAlgn="base"/>
            <a:r>
              <a:rPr lang="en-US" b="1" dirty="0"/>
              <a:t>Challenging to Add New Objects</a:t>
            </a:r>
            <a:r>
              <a:rPr lang="en-US" dirty="0"/>
              <a:t>: While adding new operations is easy, introducing new types of objects requires changes to all visitor classes, which can be a hassle.</a:t>
            </a:r>
          </a:p>
          <a:p>
            <a:pPr fontAlgn="base"/>
            <a:r>
              <a:rPr lang="en-US" b="1" dirty="0"/>
              <a:t>Tight Coupling</a:t>
            </a:r>
            <a:r>
              <a:rPr lang="en-US" dirty="0"/>
              <a:t>: Visitors need to know about all the specific object types, which can create a dependency and make your design less flexible.</a:t>
            </a:r>
          </a:p>
          <a:p>
            <a:pPr fontAlgn="base"/>
            <a:r>
              <a:rPr lang="en-US" b="1" dirty="0"/>
              <a:t>More Classes to Manage</a:t>
            </a:r>
            <a:r>
              <a:rPr lang="en-US" dirty="0"/>
              <a:t>: This pattern can lead to a lot of extra classes and interfaces, which can clutter your codebase and make it harder to navigate.</a:t>
            </a:r>
          </a:p>
          <a:p>
            <a:pPr fontAlgn="base"/>
            <a:r>
              <a:rPr lang="en-US" b="1" dirty="0"/>
              <a:t>Not Ideal for Frequent Changes</a:t>
            </a:r>
            <a:r>
              <a:rPr lang="en-US" dirty="0"/>
              <a:t>: If your object types change often, the Visitor pattern can become a burden, as you'd need to update multiple visitor classes each time.</a:t>
            </a:r>
          </a:p>
        </p:txBody>
      </p:sp>
    </p:spTree>
    <p:extLst>
      <p:ext uri="{BB962C8B-B14F-4D97-AF65-F5344CB8AC3E}">
        <p14:creationId xmlns:p14="http://schemas.microsoft.com/office/powerpoint/2010/main" val="40470858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638CCDF4-D1E2-5216-9D1B-5B1E6E8BCD9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8A65DB-01B1-D622-C0E1-16E413B9944E}"/>
              </a:ext>
            </a:extLst>
          </p:cNvPr>
          <p:cNvSpPr>
            <a:spLocks noGrp="1"/>
          </p:cNvSpPr>
          <p:nvPr>
            <p:ph idx="1"/>
          </p:nvPr>
        </p:nvSpPr>
        <p:spPr>
          <a:xfrm>
            <a:off x="1436342" y="1544636"/>
            <a:ext cx="8969530" cy="757612"/>
          </a:xfrm>
          <a:noFill/>
        </p:spPr>
        <p:txBody>
          <a:bodyPr>
            <a:noAutofit/>
          </a:bodyPr>
          <a:lstStyle/>
          <a:p>
            <a:pPr fontAlgn="base"/>
            <a:r>
              <a:rPr lang="en-US" sz="2400" dirty="0">
                <a:hlinkClick r:id="rId2"/>
              </a:rPr>
              <a:t>https://www.geeksforgeeks.org/system-design/visitor-design-pattern/</a:t>
            </a:r>
            <a:endParaRPr lang="en-US" sz="2400" dirty="0"/>
          </a:p>
        </p:txBody>
      </p:sp>
      <p:sp>
        <p:nvSpPr>
          <p:cNvPr id="4" name="TextBox 3">
            <a:extLst>
              <a:ext uri="{FF2B5EF4-FFF2-40B4-BE49-F238E27FC236}">
                <a16:creationId xmlns:a16="http://schemas.microsoft.com/office/drawing/2014/main" id="{394BC503-C95A-74E4-5B39-1AF81A33204B}"/>
              </a:ext>
            </a:extLst>
          </p:cNvPr>
          <p:cNvSpPr txBox="1"/>
          <p:nvPr/>
        </p:nvSpPr>
        <p:spPr>
          <a:xfrm>
            <a:off x="1116302" y="1165830"/>
            <a:ext cx="7550658" cy="417422"/>
          </a:xfrm>
          <a:prstGeom prst="rect">
            <a:avLst/>
          </a:prstGeom>
          <a:noFill/>
        </p:spPr>
        <p:txBody>
          <a:bodyPr wrap="square">
            <a:spAutoFit/>
          </a:bodyPr>
          <a:lstStyle/>
          <a:p>
            <a:pPr algn="l" fontAlgn="base">
              <a:lnSpc>
                <a:spcPts val="2100"/>
              </a:lnSpc>
              <a:buNone/>
            </a:pPr>
            <a:r>
              <a:rPr lang="en-US" sz="3200" b="1" i="0" dirty="0">
                <a:solidFill>
                  <a:srgbClr val="273239"/>
                </a:solidFill>
                <a:effectLst/>
                <a:latin typeface="Nunito" pitchFamily="2" charset="0"/>
              </a:rPr>
              <a:t>References</a:t>
            </a:r>
          </a:p>
        </p:txBody>
      </p:sp>
    </p:spTree>
    <p:extLst>
      <p:ext uri="{BB962C8B-B14F-4D97-AF65-F5344CB8AC3E}">
        <p14:creationId xmlns:p14="http://schemas.microsoft.com/office/powerpoint/2010/main" val="31132210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A0D7AA-8A21-B977-56ED-94406F29957C}"/>
              </a:ext>
            </a:extLst>
          </p:cNvPr>
          <p:cNvSpPr>
            <a:spLocks noGrp="1"/>
          </p:cNvSpPr>
          <p:nvPr>
            <p:ph type="title"/>
          </p:nvPr>
        </p:nvSpPr>
        <p:spPr>
          <a:xfrm>
            <a:off x="1754505" y="2313599"/>
            <a:ext cx="8682990" cy="2230802"/>
          </a:xfrm>
          <a:noFill/>
        </p:spPr>
        <p:txBody>
          <a:bodyPr anchor="ctr">
            <a:noAutofit/>
          </a:bodyPr>
          <a:lstStyle/>
          <a:p>
            <a:r>
              <a:rPr lang="en-US" sz="5400" noProof="0" dirty="0"/>
              <a:t>Thank</a:t>
            </a:r>
            <a:r>
              <a:rPr lang="en-US" noProof="0" dirty="0"/>
              <a:t> you</a:t>
            </a:r>
          </a:p>
        </p:txBody>
      </p:sp>
    </p:spTree>
    <p:extLst>
      <p:ext uri="{BB962C8B-B14F-4D97-AF65-F5344CB8AC3E}">
        <p14:creationId xmlns:p14="http://schemas.microsoft.com/office/powerpoint/2010/main" val="2715385371"/>
      </p:ext>
    </p:extLst>
  </p:cSld>
  <p:clrMapOvr>
    <a:masterClrMapping/>
  </p:clrMapOvr>
</p:sld>
</file>

<file path=ppt/theme/theme1.xml><?xml version="1.0" encoding="utf-8"?>
<a:theme xmlns:a="http://schemas.openxmlformats.org/drawingml/2006/main" name="Custom">
  <a:themeElements>
    <a:clrScheme name="Custom 269">
      <a:dk1>
        <a:sysClr val="windowText" lastClr="000000"/>
      </a:dk1>
      <a:lt1>
        <a:sysClr val="window" lastClr="FFFFFF"/>
      </a:lt1>
      <a:dk2>
        <a:srgbClr val="775F55"/>
      </a:dk2>
      <a:lt2>
        <a:srgbClr val="EBDDC3"/>
      </a:lt2>
      <a:accent1>
        <a:srgbClr val="E69F9A"/>
      </a:accent1>
      <a:accent2>
        <a:srgbClr val="C38C44"/>
      </a:accent2>
      <a:accent3>
        <a:srgbClr val="B32752"/>
      </a:accent3>
      <a:accent4>
        <a:srgbClr val="F5BF77"/>
      </a:accent4>
      <a:accent5>
        <a:srgbClr val="BDBB78"/>
      </a:accent5>
      <a:accent6>
        <a:srgbClr val="9FCDC6"/>
      </a:accent6>
      <a:hlink>
        <a:srgbClr val="F7B615"/>
      </a:hlink>
      <a:folHlink>
        <a:srgbClr val="704404"/>
      </a:folHlink>
    </a:clrScheme>
    <a:fontScheme name="Custom 190">
      <a:majorFont>
        <a:latin typeface="DM Serif Display"/>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w="12700" cap="flat">
          <a:noFill/>
          <a:prstDash val="solid"/>
          <a:miter/>
        </a:ln>
      </a:spPr>
      <a:bodyPr rtlCol="0" anchor="ctr"/>
      <a:lstStyle>
        <a:defPPr algn="l">
          <a:defRPr dirty="0"/>
        </a:defPPr>
      </a:lstStyle>
    </a:spDef>
  </a:objectDefaults>
  <a:extraClrSchemeLst/>
  <a:extLst>
    <a:ext uri="{05A4C25C-085E-4340-85A3-A5531E510DB2}">
      <thm15:themeFamily xmlns:thm15="http://schemas.microsoft.com/office/thememl/2012/main" name="TM88997677_win32_LW_V2" id="{A337E98B-B78A-4478-A7B4-5BC118FBE473}" vid="{BFD76E1B-16BC-4706-8DD0-46BF66D357C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26A71AF-4CF2-4B95-BFB6-5C27500258C6}">
  <ds:schemaRefs>
    <ds:schemaRef ds:uri="http://schemas.openxmlformats.org/package/2006/metadata/core-properties"/>
    <ds:schemaRef ds:uri="http://schemas.microsoft.com/office/infopath/2007/PartnerControls"/>
    <ds:schemaRef ds:uri="http://schemas.microsoft.com/office/2006/metadata/properties"/>
    <ds:schemaRef ds:uri="http://www.w3.org/XML/1998/namespace"/>
    <ds:schemaRef ds:uri="http://purl.org/dc/elements/1.1/"/>
    <ds:schemaRef ds:uri="http://schemas.microsoft.com/office/2006/documentManagement/types"/>
    <ds:schemaRef ds:uri="230e9df3-be65-4c73-a93b-d1236ebd677e"/>
    <ds:schemaRef ds:uri="71af3243-3dd4-4a8d-8c0d-dd76da1f02a5"/>
    <ds:schemaRef ds:uri="16c05727-aa75-4e4a-9b5f-8a80a1165891"/>
    <ds:schemaRef ds:uri="http://schemas.microsoft.com/sharepoint/v3"/>
    <ds:schemaRef ds:uri="http://purl.org/dc/dcmitype/"/>
    <ds:schemaRef ds:uri="http://purl.org/dc/terms/"/>
  </ds:schemaRefs>
</ds:datastoreItem>
</file>

<file path=customXml/itemProps2.xml><?xml version="1.0" encoding="utf-8"?>
<ds:datastoreItem xmlns:ds="http://schemas.openxmlformats.org/officeDocument/2006/customXml" ds:itemID="{118B1F56-8983-41A9-8E90-86247BC2C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F60B100-7079-4DE7-AF7C-20BFB1D62C46}">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Rose suite presentation</Template>
  <TotalTime>181</TotalTime>
  <Words>774</Words>
  <Application>Microsoft Office PowerPoint</Application>
  <PresentationFormat>Widescreen</PresentationFormat>
  <Paragraphs>56</Paragraphs>
  <Slides>25</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DM Serif Display</vt:lpstr>
      <vt:lpstr>Nunito</vt:lpstr>
      <vt:lpstr>Source Sans Pro</vt:lpstr>
      <vt:lpstr>Custom</vt:lpstr>
      <vt:lpstr>Design Patterns</vt:lpstr>
      <vt:lpstr>Agenda</vt:lpstr>
      <vt:lpstr>Factory Pattern</vt:lpstr>
      <vt:lpstr>Factory Pattern</vt:lpstr>
      <vt:lpstr>PowerPoint Presentation</vt:lpstr>
      <vt:lpstr>Hands-On #1</vt:lpstr>
      <vt:lpstr>Composite Pattern</vt:lpstr>
      <vt:lpstr>Composite Pattern</vt:lpstr>
      <vt:lpstr>PowerPoint Presentation</vt:lpstr>
      <vt:lpstr>PowerPoint Presentation</vt:lpstr>
      <vt:lpstr>Break 15 Minutes</vt:lpstr>
      <vt:lpstr>Iterator Pattern</vt:lpstr>
      <vt:lpstr>Iterator Pattern</vt:lpstr>
      <vt:lpstr>PowerPoint Presentation</vt:lpstr>
      <vt:lpstr>PowerPoint Presentation</vt:lpstr>
      <vt:lpstr>PowerPoint Presentation</vt:lpstr>
      <vt:lpstr>Visitor Pattern</vt:lpstr>
      <vt:lpstr>PowerPoint Presentation</vt:lpstr>
      <vt:lpstr>Visitor Pattern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Mahmoud Ahmed</dc:creator>
  <cp:lastModifiedBy>Mahmoud Ahmed</cp:lastModifiedBy>
  <cp:revision>2</cp:revision>
  <dcterms:created xsi:type="dcterms:W3CDTF">2026-02-01T23:53:23Z</dcterms:created>
  <dcterms:modified xsi:type="dcterms:W3CDTF">2026-02-03T13:19:52Z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